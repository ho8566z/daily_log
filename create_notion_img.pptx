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5467" autoAdjust="0"/>
    <p:restoredTop sz="94660"/>
  </p:normalViewPr>
  <p:slideViewPr>
    <p:cSldViewPr snapToGrid="0">
      <p:cViewPr>
        <p:scale>
          <a:sx n="50" d="100"/>
          <a:sy n="50" d="100"/>
        </p:scale>
        <p:origin x="344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26-08-09(Sun)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/>
          <p:cNvGrpSpPr/>
          <p:nvPr/>
        </p:nvGrpSpPr>
        <p:grpSpPr>
          <a:xfrm>
            <a:off x="4373457" y="942360"/>
            <a:ext cx="6966223" cy="3455564"/>
            <a:chOff x="4373457" y="942360"/>
            <a:chExt cx="6966223" cy="3455564"/>
          </a:xfrm>
        </p:grpSpPr>
        <p:sp>
          <p:nvSpPr>
            <p:cNvPr id="254" name="직사각형 253"/>
            <p:cNvSpPr>
              <a:spLocks noChangeAspect="1"/>
            </p:cNvSpPr>
            <p:nvPr/>
          </p:nvSpPr>
          <p:spPr>
            <a:xfrm>
              <a:off x="4373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6" name="직사각형 255"/>
            <p:cNvSpPr>
              <a:spLocks noChangeAspect="1"/>
            </p:cNvSpPr>
            <p:nvPr/>
          </p:nvSpPr>
          <p:spPr>
            <a:xfrm>
              <a:off x="5237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8" name="직사각형 257"/>
            <p:cNvSpPr>
              <a:spLocks noChangeAspect="1"/>
            </p:cNvSpPr>
            <p:nvPr/>
          </p:nvSpPr>
          <p:spPr>
            <a:xfrm>
              <a:off x="6101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0" name="직사각형 259"/>
            <p:cNvSpPr>
              <a:spLocks noChangeAspect="1"/>
            </p:cNvSpPr>
            <p:nvPr/>
          </p:nvSpPr>
          <p:spPr>
            <a:xfrm>
              <a:off x="6965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2" name="직사각형 261"/>
            <p:cNvSpPr>
              <a:spLocks noChangeAspect="1"/>
            </p:cNvSpPr>
            <p:nvPr/>
          </p:nvSpPr>
          <p:spPr>
            <a:xfrm>
              <a:off x="7829455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4" name="직사각형 263"/>
            <p:cNvSpPr>
              <a:spLocks noChangeAspect="1"/>
            </p:cNvSpPr>
            <p:nvPr/>
          </p:nvSpPr>
          <p:spPr>
            <a:xfrm>
              <a:off x="4373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6" name="직사각형 265"/>
            <p:cNvSpPr>
              <a:spLocks noChangeAspect="1"/>
            </p:cNvSpPr>
            <p:nvPr/>
          </p:nvSpPr>
          <p:spPr>
            <a:xfrm>
              <a:off x="5237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7" name="TextBox 266"/>
            <p:cNvSpPr txBox="1"/>
            <p:nvPr/>
          </p:nvSpPr>
          <p:spPr>
            <a:xfrm>
              <a:off x="5183228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8" name="직사각형 267"/>
            <p:cNvSpPr>
              <a:spLocks noChangeAspect="1"/>
            </p:cNvSpPr>
            <p:nvPr/>
          </p:nvSpPr>
          <p:spPr>
            <a:xfrm>
              <a:off x="6101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9" name="TextBox 268"/>
            <p:cNvSpPr txBox="1"/>
            <p:nvPr/>
          </p:nvSpPr>
          <p:spPr>
            <a:xfrm>
              <a:off x="6047227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0" name="직사각형 269"/>
            <p:cNvSpPr>
              <a:spLocks noChangeAspect="1"/>
            </p:cNvSpPr>
            <p:nvPr/>
          </p:nvSpPr>
          <p:spPr>
            <a:xfrm>
              <a:off x="6965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2" name="직사각형 271"/>
            <p:cNvSpPr>
              <a:spLocks noChangeAspect="1"/>
            </p:cNvSpPr>
            <p:nvPr/>
          </p:nvSpPr>
          <p:spPr>
            <a:xfrm>
              <a:off x="7829455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4" name="직사각형 273"/>
            <p:cNvSpPr>
              <a:spLocks noChangeAspect="1"/>
            </p:cNvSpPr>
            <p:nvPr/>
          </p:nvSpPr>
          <p:spPr>
            <a:xfrm>
              <a:off x="4373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6" name="직사각형 275"/>
            <p:cNvSpPr>
              <a:spLocks noChangeAspect="1"/>
            </p:cNvSpPr>
            <p:nvPr/>
          </p:nvSpPr>
          <p:spPr>
            <a:xfrm>
              <a:off x="5237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직사각형 277"/>
            <p:cNvSpPr>
              <a:spLocks noChangeAspect="1"/>
            </p:cNvSpPr>
            <p:nvPr/>
          </p:nvSpPr>
          <p:spPr>
            <a:xfrm>
              <a:off x="6101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0" name="직사각형 279"/>
            <p:cNvSpPr>
              <a:spLocks noChangeAspect="1"/>
            </p:cNvSpPr>
            <p:nvPr/>
          </p:nvSpPr>
          <p:spPr>
            <a:xfrm>
              <a:off x="6965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직사각형 281"/>
            <p:cNvSpPr>
              <a:spLocks noChangeAspect="1"/>
            </p:cNvSpPr>
            <p:nvPr/>
          </p:nvSpPr>
          <p:spPr>
            <a:xfrm>
              <a:off x="7829455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직사각형 284"/>
            <p:cNvSpPr>
              <a:spLocks noChangeAspect="1"/>
            </p:cNvSpPr>
            <p:nvPr/>
          </p:nvSpPr>
          <p:spPr>
            <a:xfrm>
              <a:off x="8693455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직사각형 286"/>
            <p:cNvSpPr>
              <a:spLocks noChangeAspect="1"/>
            </p:cNvSpPr>
            <p:nvPr/>
          </p:nvSpPr>
          <p:spPr>
            <a:xfrm>
              <a:off x="9557454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9" name="직사각형 288"/>
            <p:cNvSpPr>
              <a:spLocks noChangeAspect="1"/>
            </p:cNvSpPr>
            <p:nvPr/>
          </p:nvSpPr>
          <p:spPr>
            <a:xfrm>
              <a:off x="8693455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1" name="직사각형 290"/>
            <p:cNvSpPr>
              <a:spLocks noChangeAspect="1"/>
            </p:cNvSpPr>
            <p:nvPr/>
          </p:nvSpPr>
          <p:spPr>
            <a:xfrm>
              <a:off x="9557454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직사각형 292"/>
            <p:cNvSpPr>
              <a:spLocks noChangeAspect="1"/>
            </p:cNvSpPr>
            <p:nvPr/>
          </p:nvSpPr>
          <p:spPr>
            <a:xfrm>
              <a:off x="8693455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직사각형 294"/>
            <p:cNvSpPr>
              <a:spLocks noChangeAspect="1"/>
            </p:cNvSpPr>
            <p:nvPr/>
          </p:nvSpPr>
          <p:spPr>
            <a:xfrm>
              <a:off x="9557454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TextBox 295"/>
            <p:cNvSpPr txBox="1"/>
            <p:nvPr/>
          </p:nvSpPr>
          <p:spPr>
            <a:xfrm>
              <a:off x="9503225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98" name="직사각형 297"/>
            <p:cNvSpPr>
              <a:spLocks noChangeAspect="1"/>
            </p:cNvSpPr>
            <p:nvPr/>
          </p:nvSpPr>
          <p:spPr>
            <a:xfrm>
              <a:off x="4373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직사각형 299"/>
            <p:cNvSpPr>
              <a:spLocks noChangeAspect="1"/>
            </p:cNvSpPr>
            <p:nvPr/>
          </p:nvSpPr>
          <p:spPr>
            <a:xfrm>
              <a:off x="5237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2" name="직사각형 301"/>
            <p:cNvSpPr>
              <a:spLocks noChangeAspect="1"/>
            </p:cNvSpPr>
            <p:nvPr/>
          </p:nvSpPr>
          <p:spPr>
            <a:xfrm>
              <a:off x="6101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6047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4" name="직사각형 303"/>
            <p:cNvSpPr>
              <a:spLocks noChangeAspect="1"/>
            </p:cNvSpPr>
            <p:nvPr/>
          </p:nvSpPr>
          <p:spPr>
            <a:xfrm>
              <a:off x="6965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6911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55cv3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6" name="직사각형 305"/>
            <p:cNvSpPr>
              <a:spLocks noChangeAspect="1"/>
            </p:cNvSpPr>
            <p:nvPr/>
          </p:nvSpPr>
          <p:spPr>
            <a:xfrm>
              <a:off x="7829455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7" name="TextBox 306"/>
            <p:cNvSpPr txBox="1"/>
            <p:nvPr/>
          </p:nvSpPr>
          <p:spPr>
            <a:xfrm>
              <a:off x="7775226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55cv4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18" name="직사각형 317"/>
            <p:cNvSpPr>
              <a:spLocks noChangeAspect="1"/>
            </p:cNvSpPr>
            <p:nvPr/>
          </p:nvSpPr>
          <p:spPr>
            <a:xfrm>
              <a:off x="8693455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직사각형 319"/>
            <p:cNvSpPr>
              <a:spLocks noChangeAspect="1"/>
            </p:cNvSpPr>
            <p:nvPr/>
          </p:nvSpPr>
          <p:spPr>
            <a:xfrm>
              <a:off x="9557454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6" name="직사각형 325"/>
            <p:cNvSpPr>
              <a:spLocks noChangeAspect="1"/>
            </p:cNvSpPr>
            <p:nvPr/>
          </p:nvSpPr>
          <p:spPr>
            <a:xfrm>
              <a:off x="10421452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직사각형 327"/>
            <p:cNvSpPr>
              <a:spLocks noChangeAspect="1"/>
            </p:cNvSpPr>
            <p:nvPr/>
          </p:nvSpPr>
          <p:spPr>
            <a:xfrm>
              <a:off x="10421452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직사각형 329"/>
            <p:cNvSpPr>
              <a:spLocks noChangeAspect="1"/>
            </p:cNvSpPr>
            <p:nvPr/>
          </p:nvSpPr>
          <p:spPr>
            <a:xfrm>
              <a:off x="10421452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/>
            <p:cNvSpPr txBox="1"/>
            <p:nvPr/>
          </p:nvSpPr>
          <p:spPr>
            <a:xfrm>
              <a:off x="10367223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90h9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32" name="직사각형 331"/>
            <p:cNvSpPr>
              <a:spLocks noChangeAspect="1"/>
            </p:cNvSpPr>
            <p:nvPr/>
          </p:nvSpPr>
          <p:spPr>
            <a:xfrm>
              <a:off x="10421452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2" name="직사각형 351"/>
            <p:cNvSpPr/>
            <p:nvPr/>
          </p:nvSpPr>
          <p:spPr>
            <a:xfrm>
              <a:off x="5381455" y="2144805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3" name="직사각형 352"/>
            <p:cNvSpPr/>
            <p:nvPr/>
          </p:nvSpPr>
          <p:spPr>
            <a:xfrm>
              <a:off x="6245452" y="2139326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4" name="직사각형 353"/>
            <p:cNvSpPr/>
            <p:nvPr/>
          </p:nvSpPr>
          <p:spPr>
            <a:xfrm>
              <a:off x="9701452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/>
            <p:cNvSpPr/>
            <p:nvPr/>
          </p:nvSpPr>
          <p:spPr>
            <a:xfrm>
              <a:off x="10565449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/>
            <p:cNvSpPr/>
            <p:nvPr/>
          </p:nvSpPr>
          <p:spPr>
            <a:xfrm>
              <a:off x="6155685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0" name="TextBox 359"/>
            <p:cNvSpPr txBox="1"/>
            <p:nvPr/>
          </p:nvSpPr>
          <p:spPr>
            <a:xfrm>
              <a:off x="7775225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2" name="TextBox 361"/>
            <p:cNvSpPr txBox="1"/>
            <p:nvPr/>
          </p:nvSpPr>
          <p:spPr>
            <a:xfrm>
              <a:off x="8639224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29e6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3" name="직사각형 362"/>
            <p:cNvSpPr/>
            <p:nvPr/>
          </p:nvSpPr>
          <p:spPr>
            <a:xfrm>
              <a:off x="7973453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/>
            <p:cNvSpPr/>
            <p:nvPr/>
          </p:nvSpPr>
          <p:spPr>
            <a:xfrm>
              <a:off x="8837452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꺾인 연결선 29"/>
            <p:cNvCxnSpPr>
              <a:stCxn id="302" idx="1"/>
              <a:endCxn id="267" idx="1"/>
            </p:cNvCxnSpPr>
            <p:nvPr/>
          </p:nvCxnSpPr>
          <p:spPr>
            <a:xfrm rot="10800000">
              <a:off x="5183228" y="1975537"/>
              <a:ext cx="918228" cy="1990443"/>
            </a:xfrm>
            <a:prstGeom prst="bentConnector3">
              <a:avLst>
                <a:gd name="adj1" fmla="val 142876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직사각형 364"/>
            <p:cNvSpPr/>
            <p:nvPr/>
          </p:nvSpPr>
          <p:spPr>
            <a:xfrm>
              <a:off x="7033934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6" name="직사각형 365"/>
            <p:cNvSpPr/>
            <p:nvPr/>
          </p:nvSpPr>
          <p:spPr>
            <a:xfrm>
              <a:off x="7897931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67" name="꺾인 연결선 366"/>
            <p:cNvCxnSpPr>
              <a:stCxn id="305" idx="0"/>
              <a:endCxn id="360" idx="1"/>
            </p:cNvCxnSpPr>
            <p:nvPr/>
          </p:nvCxnSpPr>
          <p:spPr>
            <a:xfrm rot="5400000" flipH="1" flipV="1">
              <a:off x="6375144" y="2133949"/>
              <a:ext cx="2422392" cy="377769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꺾인 연결선 367"/>
            <p:cNvCxnSpPr>
              <a:stCxn id="318" idx="1"/>
              <a:endCxn id="296" idx="1"/>
            </p:cNvCxnSpPr>
            <p:nvPr/>
          </p:nvCxnSpPr>
          <p:spPr>
            <a:xfrm rot="10800000" flipH="1">
              <a:off x="8693455" y="2839419"/>
              <a:ext cx="809770" cy="1126556"/>
            </a:xfrm>
            <a:prstGeom prst="bentConnector3">
              <a:avLst>
                <a:gd name="adj1" fmla="val 39209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그룹 43"/>
          <p:cNvGrpSpPr/>
          <p:nvPr/>
        </p:nvGrpSpPr>
        <p:grpSpPr>
          <a:xfrm>
            <a:off x="2148327" y="2078669"/>
            <a:ext cx="6911997" cy="4149109"/>
            <a:chOff x="2148327" y="2078669"/>
            <a:chExt cx="6911997" cy="4149109"/>
          </a:xfrm>
        </p:grpSpPr>
        <p:sp>
          <p:nvSpPr>
            <p:cNvPr id="84" name="직사각형 83"/>
            <p:cNvSpPr>
              <a:spLocks noChangeAspect="1"/>
            </p:cNvSpPr>
            <p:nvPr/>
          </p:nvSpPr>
          <p:spPr>
            <a:xfrm>
              <a:off x="6468325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/>
            <p:cNvSpPr>
              <a:spLocks noChangeAspect="1"/>
            </p:cNvSpPr>
            <p:nvPr/>
          </p:nvSpPr>
          <p:spPr>
            <a:xfrm>
              <a:off x="7332325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/>
            <p:cNvSpPr>
              <a:spLocks noChangeAspect="1"/>
            </p:cNvSpPr>
            <p:nvPr/>
          </p:nvSpPr>
          <p:spPr>
            <a:xfrm>
              <a:off x="8196324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직사각형 93"/>
            <p:cNvSpPr>
              <a:spLocks noChangeAspect="1"/>
            </p:cNvSpPr>
            <p:nvPr/>
          </p:nvSpPr>
          <p:spPr>
            <a:xfrm>
              <a:off x="6468325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직사각형 95"/>
            <p:cNvSpPr>
              <a:spLocks noChangeAspect="1"/>
            </p:cNvSpPr>
            <p:nvPr/>
          </p:nvSpPr>
          <p:spPr>
            <a:xfrm>
              <a:off x="7332325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직사각형 97"/>
            <p:cNvSpPr>
              <a:spLocks noChangeAspect="1"/>
            </p:cNvSpPr>
            <p:nvPr/>
          </p:nvSpPr>
          <p:spPr>
            <a:xfrm>
              <a:off x="8196324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/>
            <p:cNvSpPr>
              <a:spLocks noChangeAspect="1"/>
            </p:cNvSpPr>
            <p:nvPr/>
          </p:nvSpPr>
          <p:spPr>
            <a:xfrm>
              <a:off x="6468325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/>
            <p:cNvSpPr>
              <a:spLocks noChangeAspect="1"/>
            </p:cNvSpPr>
            <p:nvPr/>
          </p:nvSpPr>
          <p:spPr>
            <a:xfrm>
              <a:off x="7332325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직사각형 113"/>
            <p:cNvSpPr>
              <a:spLocks noChangeAspect="1"/>
            </p:cNvSpPr>
            <p:nvPr/>
          </p:nvSpPr>
          <p:spPr>
            <a:xfrm>
              <a:off x="8196324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직사각형 123"/>
            <p:cNvSpPr>
              <a:spLocks noChangeAspect="1"/>
            </p:cNvSpPr>
            <p:nvPr/>
          </p:nvSpPr>
          <p:spPr>
            <a:xfrm>
              <a:off x="2148328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직사각형 125"/>
            <p:cNvSpPr>
              <a:spLocks noChangeAspect="1"/>
            </p:cNvSpPr>
            <p:nvPr/>
          </p:nvSpPr>
          <p:spPr>
            <a:xfrm>
              <a:off x="3012328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/>
            <p:cNvSpPr>
              <a:spLocks noChangeAspect="1"/>
            </p:cNvSpPr>
            <p:nvPr/>
          </p:nvSpPr>
          <p:spPr>
            <a:xfrm>
              <a:off x="3876327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직사각형 128"/>
            <p:cNvSpPr>
              <a:spLocks noChangeAspect="1"/>
            </p:cNvSpPr>
            <p:nvPr/>
          </p:nvSpPr>
          <p:spPr>
            <a:xfrm>
              <a:off x="4740327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직사각형 129"/>
            <p:cNvSpPr>
              <a:spLocks noChangeAspect="1"/>
            </p:cNvSpPr>
            <p:nvPr/>
          </p:nvSpPr>
          <p:spPr>
            <a:xfrm>
              <a:off x="5604326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/>
            <p:cNvSpPr>
              <a:spLocks noChangeAspect="1"/>
            </p:cNvSpPr>
            <p:nvPr/>
          </p:nvSpPr>
          <p:spPr>
            <a:xfrm>
              <a:off x="2148328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/>
            <p:cNvSpPr>
              <a:spLocks noChangeAspect="1"/>
            </p:cNvSpPr>
            <p:nvPr/>
          </p:nvSpPr>
          <p:spPr>
            <a:xfrm>
              <a:off x="3012328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/>
            <p:cNvSpPr>
              <a:spLocks noChangeAspect="1"/>
            </p:cNvSpPr>
            <p:nvPr/>
          </p:nvSpPr>
          <p:spPr>
            <a:xfrm>
              <a:off x="3876327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/>
            <p:cNvSpPr>
              <a:spLocks noChangeAspect="1"/>
            </p:cNvSpPr>
            <p:nvPr/>
          </p:nvSpPr>
          <p:spPr>
            <a:xfrm>
              <a:off x="4740327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직사각형 139"/>
            <p:cNvSpPr>
              <a:spLocks noChangeAspect="1"/>
            </p:cNvSpPr>
            <p:nvPr/>
          </p:nvSpPr>
          <p:spPr>
            <a:xfrm>
              <a:off x="5604326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5" name="직사각형 144"/>
            <p:cNvSpPr>
              <a:spLocks noChangeAspect="1"/>
            </p:cNvSpPr>
            <p:nvPr/>
          </p:nvSpPr>
          <p:spPr>
            <a:xfrm>
              <a:off x="2148328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직사각형 158"/>
            <p:cNvSpPr>
              <a:spLocks noChangeAspect="1"/>
            </p:cNvSpPr>
            <p:nvPr/>
          </p:nvSpPr>
          <p:spPr>
            <a:xfrm>
              <a:off x="3012328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직사각형 159"/>
            <p:cNvSpPr>
              <a:spLocks noChangeAspect="1"/>
            </p:cNvSpPr>
            <p:nvPr/>
          </p:nvSpPr>
          <p:spPr>
            <a:xfrm>
              <a:off x="3876327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직사각형 176"/>
            <p:cNvSpPr>
              <a:spLocks noChangeAspect="1"/>
            </p:cNvSpPr>
            <p:nvPr/>
          </p:nvSpPr>
          <p:spPr>
            <a:xfrm>
              <a:off x="4740327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직사각형 177"/>
            <p:cNvSpPr>
              <a:spLocks noChangeAspect="1"/>
            </p:cNvSpPr>
            <p:nvPr/>
          </p:nvSpPr>
          <p:spPr>
            <a:xfrm>
              <a:off x="5604326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직사각형 186"/>
            <p:cNvSpPr>
              <a:spLocks noChangeAspect="1"/>
            </p:cNvSpPr>
            <p:nvPr/>
          </p:nvSpPr>
          <p:spPr>
            <a:xfrm>
              <a:off x="6468324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8" name="직사각형 187"/>
            <p:cNvSpPr>
              <a:spLocks noChangeAspect="1"/>
            </p:cNvSpPr>
            <p:nvPr/>
          </p:nvSpPr>
          <p:spPr>
            <a:xfrm>
              <a:off x="7332324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직사각형 188"/>
            <p:cNvSpPr>
              <a:spLocks noChangeAspect="1"/>
            </p:cNvSpPr>
            <p:nvPr/>
          </p:nvSpPr>
          <p:spPr>
            <a:xfrm>
              <a:off x="8196323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직사각형 196"/>
            <p:cNvSpPr>
              <a:spLocks noChangeAspect="1"/>
            </p:cNvSpPr>
            <p:nvPr/>
          </p:nvSpPr>
          <p:spPr>
            <a:xfrm>
              <a:off x="2148327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직사각형 197"/>
            <p:cNvSpPr>
              <a:spLocks noChangeAspect="1"/>
            </p:cNvSpPr>
            <p:nvPr/>
          </p:nvSpPr>
          <p:spPr>
            <a:xfrm>
              <a:off x="3012327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직사각형 198"/>
            <p:cNvSpPr>
              <a:spLocks noChangeAspect="1"/>
            </p:cNvSpPr>
            <p:nvPr/>
          </p:nvSpPr>
          <p:spPr>
            <a:xfrm>
              <a:off x="3876326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0" name="직사각형 199"/>
            <p:cNvSpPr>
              <a:spLocks noChangeAspect="1"/>
            </p:cNvSpPr>
            <p:nvPr/>
          </p:nvSpPr>
          <p:spPr>
            <a:xfrm>
              <a:off x="4740326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1" name="직사각형 200"/>
            <p:cNvSpPr>
              <a:spLocks noChangeAspect="1"/>
            </p:cNvSpPr>
            <p:nvPr/>
          </p:nvSpPr>
          <p:spPr>
            <a:xfrm>
              <a:off x="5604325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3951753" y="3780054"/>
              <a:ext cx="720000" cy="57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Cat</a:t>
              </a:r>
            </a:p>
            <a:p>
              <a:pPr algn="ctr"/>
              <a:r>
                <a:rPr lang="ko-KR" altLang="en-US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클래스</a:t>
              </a:r>
              <a:endPara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2" name="직사각형 201"/>
            <p:cNvSpPr/>
            <p:nvPr/>
          </p:nvSpPr>
          <p:spPr>
            <a:xfrm>
              <a:off x="6529977" y="4643943"/>
              <a:ext cx="720000" cy="57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Cat</a:t>
              </a:r>
            </a:p>
            <a:p>
              <a:pPr algn="ctr"/>
              <a:r>
                <a:rPr lang="ko-KR" altLang="en-US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861173" y="2078669"/>
              <a:ext cx="14863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8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</a:t>
              </a:r>
              <a:r>
                <a:rPr lang="en-US" altLang="ko-KR" sz="28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ew cat</a:t>
              </a:r>
              <a:endParaRPr lang="ko-KR" altLang="en-US" sz="28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0" name="꺾인 연결선 29"/>
            <p:cNvCxnSpPr>
              <a:stCxn id="25" idx="1"/>
              <a:endCxn id="24" idx="0"/>
            </p:cNvCxnSpPr>
            <p:nvPr/>
          </p:nvCxnSpPr>
          <p:spPr>
            <a:xfrm rot="10800000" flipV="1">
              <a:off x="4311753" y="2340278"/>
              <a:ext cx="549420" cy="1439775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꺾인 연결선 202"/>
            <p:cNvCxnSpPr>
              <a:stCxn id="24" idx="2"/>
              <a:endCxn id="202" idx="1"/>
            </p:cNvCxnSpPr>
            <p:nvPr/>
          </p:nvCxnSpPr>
          <p:spPr>
            <a:xfrm rot="16200000" flipH="1">
              <a:off x="5132921" y="3534886"/>
              <a:ext cx="575889" cy="2218224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1792239" y="516447"/>
            <a:ext cx="17346415" cy="4091166"/>
            <a:chOff x="-1792239" y="516447"/>
            <a:chExt cx="17346415" cy="4091166"/>
          </a:xfrm>
        </p:grpSpPr>
        <p:sp>
          <p:nvSpPr>
            <p:cNvPr id="6" name="TextBox 5"/>
            <p:cNvSpPr txBox="1"/>
            <p:nvPr/>
          </p:nvSpPr>
          <p:spPr>
            <a:xfrm>
              <a:off x="-1792239" y="2028273"/>
              <a:ext cx="1544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[][][]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mns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new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[3][2][2];</a:t>
              </a:r>
              <a:endParaRPr lang="ko-KR" altLang="en-US" sz="8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아래쪽 화살표 9"/>
            <p:cNvSpPr/>
            <p:nvPr/>
          </p:nvSpPr>
          <p:spPr>
            <a:xfrm rot="10800000">
              <a:off x="9316197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852863" y="77237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</a:t>
              </a:r>
              <a:r>
                <a:rPr lang="ko-KR" altLang="en-US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배열의 길이</a:t>
              </a:r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9" name="아래쪽 화살표 18"/>
            <p:cNvSpPr/>
            <p:nvPr/>
          </p:nvSpPr>
          <p:spPr>
            <a:xfrm>
              <a:off x="10736154" y="1418703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-376688" y="516447"/>
              <a:ext cx="2262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5" name="아래쪽 화살표 34"/>
            <p:cNvSpPr/>
            <p:nvPr/>
          </p:nvSpPr>
          <p:spPr>
            <a:xfrm>
              <a:off x="538386" y="1162778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64545" y="3894041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3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대괄호 3"/>
            <p:cNvSpPr/>
            <p:nvPr/>
          </p:nvSpPr>
          <p:spPr>
            <a:xfrm rot="16200000">
              <a:off x="661469" y="909374"/>
              <a:ext cx="216000" cy="2232000"/>
            </a:xfrm>
            <a:prstGeom prst="rightBracket">
              <a:avLst>
                <a:gd name="adj" fmla="val 7860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아래쪽 화살표 16"/>
            <p:cNvSpPr/>
            <p:nvPr/>
          </p:nvSpPr>
          <p:spPr>
            <a:xfrm rot="10800000">
              <a:off x="12160114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1355591" y="396128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</TotalTime>
  <Words>117</Words>
  <Application>Microsoft Office PowerPoint</Application>
  <PresentationFormat>와이드스크린</PresentationFormat>
  <Paragraphs>89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55</cp:revision>
  <dcterms:created xsi:type="dcterms:W3CDTF">2026-08-04T06:26:42Z</dcterms:created>
  <dcterms:modified xsi:type="dcterms:W3CDTF">2026-08-09T09:32:30Z</dcterms:modified>
</cp:coreProperties>
</file>