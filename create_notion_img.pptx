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D0CECE"/>
    <a:srgbClr val="7F7F7F"/>
    <a:srgbClr val="FFFFFF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47" autoAdjust="0"/>
    <p:restoredTop sz="94660"/>
  </p:normalViewPr>
  <p:slideViewPr>
    <p:cSldViewPr snapToGrid="0">
      <p:cViewPr>
        <p:scale>
          <a:sx n="50" d="100"/>
          <a:sy n="50" d="100"/>
        </p:scale>
        <p:origin x="684" y="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358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96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617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01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04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49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692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66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42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255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3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7CE1A-8831-48B5-BA93-72483C6E34E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20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그룹 62"/>
          <p:cNvGrpSpPr/>
          <p:nvPr/>
        </p:nvGrpSpPr>
        <p:grpSpPr>
          <a:xfrm>
            <a:off x="-366888" y="1549614"/>
            <a:ext cx="12205976" cy="1425486"/>
            <a:chOff x="-366888" y="1549614"/>
            <a:chExt cx="12205976" cy="1425486"/>
          </a:xfrm>
        </p:grpSpPr>
        <p:cxnSp>
          <p:nvCxnSpPr>
            <p:cNvPr id="45" name="직선 화살표 연결선 44"/>
            <p:cNvCxnSpPr/>
            <p:nvPr/>
          </p:nvCxnSpPr>
          <p:spPr>
            <a:xfrm>
              <a:off x="1776300" y="2705100"/>
              <a:ext cx="792000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모서리가 둥근 직사각형 51"/>
            <p:cNvSpPr/>
            <p:nvPr/>
          </p:nvSpPr>
          <p:spPr>
            <a:xfrm>
              <a:off x="1777600" y="1549614"/>
              <a:ext cx="1440000" cy="540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private</a:t>
              </a:r>
              <a:endParaRPr lang="ko-KR" altLang="en-US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3936950" y="1549614"/>
              <a:ext cx="1440000" cy="540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default</a:t>
              </a:r>
              <a:endParaRPr lang="ko-KR" altLang="en-US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4" name="모서리가 둥근 직사각형 53"/>
            <p:cNvSpPr/>
            <p:nvPr/>
          </p:nvSpPr>
          <p:spPr>
            <a:xfrm>
              <a:off x="6094444" y="1549614"/>
              <a:ext cx="1440000" cy="540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protected</a:t>
              </a:r>
              <a:endParaRPr lang="ko-KR" altLang="en-US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8256300" y="1549614"/>
              <a:ext cx="1440000" cy="540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public</a:t>
              </a:r>
              <a:endParaRPr lang="ko-KR" altLang="en-US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6" name="아래쪽 화살표 55"/>
            <p:cNvSpPr/>
            <p:nvPr/>
          </p:nvSpPr>
          <p:spPr>
            <a:xfrm>
              <a:off x="2227600" y="2089614"/>
              <a:ext cx="540000" cy="540000"/>
            </a:xfrm>
            <a:prstGeom prst="downArrow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7" name="아래쪽 화살표 56"/>
            <p:cNvSpPr/>
            <p:nvPr/>
          </p:nvSpPr>
          <p:spPr>
            <a:xfrm>
              <a:off x="4401113" y="2086314"/>
              <a:ext cx="540000" cy="540000"/>
            </a:xfrm>
            <a:prstGeom prst="downArrow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8" name="아래쪽 화살표 57"/>
            <p:cNvSpPr/>
            <p:nvPr/>
          </p:nvSpPr>
          <p:spPr>
            <a:xfrm>
              <a:off x="6560112" y="2086314"/>
              <a:ext cx="540000" cy="540000"/>
            </a:xfrm>
            <a:prstGeom prst="downArrow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9" name="아래쪽 화살표 58"/>
            <p:cNvSpPr/>
            <p:nvPr/>
          </p:nvSpPr>
          <p:spPr>
            <a:xfrm>
              <a:off x="8704600" y="2086314"/>
              <a:ext cx="540000" cy="540000"/>
            </a:xfrm>
            <a:prstGeom prst="downArrow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1" name="모서리가 둥근 직사각형 60"/>
            <p:cNvSpPr/>
            <p:nvPr/>
          </p:nvSpPr>
          <p:spPr>
            <a:xfrm>
              <a:off x="9859088" y="2435100"/>
              <a:ext cx="1980000" cy="54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 err="1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넓은접근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범위</a:t>
              </a:r>
              <a:endParaRPr lang="ko-KR" altLang="en-US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-366888" y="2435100"/>
              <a:ext cx="1980000" cy="54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 err="1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좁</a:t>
              </a:r>
              <a:r>
                <a:rPr lang="ko-KR" altLang="en-US" sz="2000" dirty="0" err="1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은접근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범위</a:t>
              </a:r>
              <a:endParaRPr lang="ko-KR" altLang="en-US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0070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그룹 45"/>
          <p:cNvGrpSpPr/>
          <p:nvPr/>
        </p:nvGrpSpPr>
        <p:grpSpPr>
          <a:xfrm>
            <a:off x="4373457" y="942360"/>
            <a:ext cx="6966223" cy="3455564"/>
            <a:chOff x="4373457" y="942360"/>
            <a:chExt cx="6966223" cy="3455564"/>
          </a:xfrm>
        </p:grpSpPr>
        <p:sp>
          <p:nvSpPr>
            <p:cNvPr id="254" name="직사각형 253"/>
            <p:cNvSpPr>
              <a:spLocks noChangeAspect="1"/>
            </p:cNvSpPr>
            <p:nvPr/>
          </p:nvSpPr>
          <p:spPr>
            <a:xfrm>
              <a:off x="4373457" y="942372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6" name="직사각형 255"/>
            <p:cNvSpPr>
              <a:spLocks noChangeAspect="1"/>
            </p:cNvSpPr>
            <p:nvPr/>
          </p:nvSpPr>
          <p:spPr>
            <a:xfrm>
              <a:off x="5237457" y="942372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8" name="직사각형 257"/>
            <p:cNvSpPr>
              <a:spLocks noChangeAspect="1"/>
            </p:cNvSpPr>
            <p:nvPr/>
          </p:nvSpPr>
          <p:spPr>
            <a:xfrm>
              <a:off x="6101456" y="942372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0" name="직사각형 259"/>
            <p:cNvSpPr>
              <a:spLocks noChangeAspect="1"/>
            </p:cNvSpPr>
            <p:nvPr/>
          </p:nvSpPr>
          <p:spPr>
            <a:xfrm>
              <a:off x="6965456" y="942372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2" name="직사각형 261"/>
            <p:cNvSpPr>
              <a:spLocks noChangeAspect="1"/>
            </p:cNvSpPr>
            <p:nvPr/>
          </p:nvSpPr>
          <p:spPr>
            <a:xfrm>
              <a:off x="7829455" y="942372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4" name="직사각형 263"/>
            <p:cNvSpPr>
              <a:spLocks noChangeAspect="1"/>
            </p:cNvSpPr>
            <p:nvPr/>
          </p:nvSpPr>
          <p:spPr>
            <a:xfrm>
              <a:off x="4373457" y="1806263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6" name="직사각형 265"/>
            <p:cNvSpPr>
              <a:spLocks noChangeAspect="1"/>
            </p:cNvSpPr>
            <p:nvPr/>
          </p:nvSpPr>
          <p:spPr>
            <a:xfrm>
              <a:off x="5237457" y="1806263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5183228" y="1806259"/>
              <a:ext cx="9724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12s1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68" name="직사각형 267"/>
            <p:cNvSpPr>
              <a:spLocks noChangeAspect="1"/>
            </p:cNvSpPr>
            <p:nvPr/>
          </p:nvSpPr>
          <p:spPr>
            <a:xfrm>
              <a:off x="6101456" y="1806263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6047227" y="1806259"/>
              <a:ext cx="9724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12s2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70" name="직사각형 269"/>
            <p:cNvSpPr>
              <a:spLocks noChangeAspect="1"/>
            </p:cNvSpPr>
            <p:nvPr/>
          </p:nvSpPr>
          <p:spPr>
            <a:xfrm>
              <a:off x="6965456" y="1806263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2" name="직사각형 271"/>
            <p:cNvSpPr>
              <a:spLocks noChangeAspect="1"/>
            </p:cNvSpPr>
            <p:nvPr/>
          </p:nvSpPr>
          <p:spPr>
            <a:xfrm>
              <a:off x="7829455" y="1806263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4" name="직사각형 273"/>
            <p:cNvSpPr>
              <a:spLocks noChangeAspect="1"/>
            </p:cNvSpPr>
            <p:nvPr/>
          </p:nvSpPr>
          <p:spPr>
            <a:xfrm>
              <a:off x="4373457" y="2670150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6" name="직사각형 275"/>
            <p:cNvSpPr>
              <a:spLocks noChangeAspect="1"/>
            </p:cNvSpPr>
            <p:nvPr/>
          </p:nvSpPr>
          <p:spPr>
            <a:xfrm>
              <a:off x="5237457" y="2670150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8" name="직사각형 277"/>
            <p:cNvSpPr>
              <a:spLocks noChangeAspect="1"/>
            </p:cNvSpPr>
            <p:nvPr/>
          </p:nvSpPr>
          <p:spPr>
            <a:xfrm>
              <a:off x="6101456" y="2670150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0" name="직사각형 279"/>
            <p:cNvSpPr>
              <a:spLocks noChangeAspect="1"/>
            </p:cNvSpPr>
            <p:nvPr/>
          </p:nvSpPr>
          <p:spPr>
            <a:xfrm>
              <a:off x="6965456" y="2670150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2" name="직사각형 281"/>
            <p:cNvSpPr>
              <a:spLocks noChangeAspect="1"/>
            </p:cNvSpPr>
            <p:nvPr/>
          </p:nvSpPr>
          <p:spPr>
            <a:xfrm>
              <a:off x="7829455" y="2670150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5" name="직사각형 284"/>
            <p:cNvSpPr>
              <a:spLocks noChangeAspect="1"/>
            </p:cNvSpPr>
            <p:nvPr/>
          </p:nvSpPr>
          <p:spPr>
            <a:xfrm>
              <a:off x="8693455" y="942368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7" name="직사각형 286"/>
            <p:cNvSpPr>
              <a:spLocks noChangeAspect="1"/>
            </p:cNvSpPr>
            <p:nvPr/>
          </p:nvSpPr>
          <p:spPr>
            <a:xfrm>
              <a:off x="9557454" y="942368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9" name="직사각형 288"/>
            <p:cNvSpPr>
              <a:spLocks noChangeAspect="1"/>
            </p:cNvSpPr>
            <p:nvPr/>
          </p:nvSpPr>
          <p:spPr>
            <a:xfrm>
              <a:off x="8693455" y="1806259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1" name="직사각형 290"/>
            <p:cNvSpPr>
              <a:spLocks noChangeAspect="1"/>
            </p:cNvSpPr>
            <p:nvPr/>
          </p:nvSpPr>
          <p:spPr>
            <a:xfrm>
              <a:off x="9557454" y="1806259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3" name="직사각형 292"/>
            <p:cNvSpPr>
              <a:spLocks noChangeAspect="1"/>
            </p:cNvSpPr>
            <p:nvPr/>
          </p:nvSpPr>
          <p:spPr>
            <a:xfrm>
              <a:off x="8693455" y="2670146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직사각형 294"/>
            <p:cNvSpPr>
              <a:spLocks noChangeAspect="1"/>
            </p:cNvSpPr>
            <p:nvPr/>
          </p:nvSpPr>
          <p:spPr>
            <a:xfrm>
              <a:off x="9557454" y="2670146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9503225" y="2670142"/>
              <a:ext cx="9724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90h8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98" name="직사각형 297"/>
            <p:cNvSpPr>
              <a:spLocks noChangeAspect="1"/>
            </p:cNvSpPr>
            <p:nvPr/>
          </p:nvSpPr>
          <p:spPr>
            <a:xfrm>
              <a:off x="4373457" y="3534033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0" name="직사각형 299"/>
            <p:cNvSpPr>
              <a:spLocks noChangeAspect="1"/>
            </p:cNvSpPr>
            <p:nvPr/>
          </p:nvSpPr>
          <p:spPr>
            <a:xfrm>
              <a:off x="5237457" y="3534033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2" name="직사각형 301"/>
            <p:cNvSpPr>
              <a:spLocks noChangeAspect="1"/>
            </p:cNvSpPr>
            <p:nvPr/>
          </p:nvSpPr>
          <p:spPr>
            <a:xfrm>
              <a:off x="6101456" y="3534033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6047227" y="3534029"/>
              <a:ext cx="9724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55cv2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04" name="직사각형 303"/>
            <p:cNvSpPr>
              <a:spLocks noChangeAspect="1"/>
            </p:cNvSpPr>
            <p:nvPr/>
          </p:nvSpPr>
          <p:spPr>
            <a:xfrm>
              <a:off x="6965456" y="3534033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6911227" y="3534029"/>
              <a:ext cx="9724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55cv3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06" name="직사각형 305"/>
            <p:cNvSpPr>
              <a:spLocks noChangeAspect="1"/>
            </p:cNvSpPr>
            <p:nvPr/>
          </p:nvSpPr>
          <p:spPr>
            <a:xfrm>
              <a:off x="7829455" y="3534033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7775226" y="3534029"/>
              <a:ext cx="9724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55cv4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18" name="직사각형 317"/>
            <p:cNvSpPr>
              <a:spLocks noChangeAspect="1"/>
            </p:cNvSpPr>
            <p:nvPr/>
          </p:nvSpPr>
          <p:spPr>
            <a:xfrm>
              <a:off x="8693455" y="3534029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0" name="직사각형 319"/>
            <p:cNvSpPr>
              <a:spLocks noChangeAspect="1"/>
            </p:cNvSpPr>
            <p:nvPr/>
          </p:nvSpPr>
          <p:spPr>
            <a:xfrm>
              <a:off x="9557454" y="3534029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6" name="직사각형 325"/>
            <p:cNvSpPr>
              <a:spLocks noChangeAspect="1"/>
            </p:cNvSpPr>
            <p:nvPr/>
          </p:nvSpPr>
          <p:spPr>
            <a:xfrm>
              <a:off x="10421452" y="942368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직사각형 327"/>
            <p:cNvSpPr>
              <a:spLocks noChangeAspect="1"/>
            </p:cNvSpPr>
            <p:nvPr/>
          </p:nvSpPr>
          <p:spPr>
            <a:xfrm>
              <a:off x="10421452" y="1806259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0" name="직사각형 329"/>
            <p:cNvSpPr>
              <a:spLocks noChangeAspect="1"/>
            </p:cNvSpPr>
            <p:nvPr/>
          </p:nvSpPr>
          <p:spPr>
            <a:xfrm>
              <a:off x="10421452" y="2670146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1" name="TextBox 330"/>
            <p:cNvSpPr txBox="1"/>
            <p:nvPr/>
          </p:nvSpPr>
          <p:spPr>
            <a:xfrm>
              <a:off x="10367223" y="2670142"/>
              <a:ext cx="9724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90h9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32" name="직사각형 331"/>
            <p:cNvSpPr>
              <a:spLocks noChangeAspect="1"/>
            </p:cNvSpPr>
            <p:nvPr/>
          </p:nvSpPr>
          <p:spPr>
            <a:xfrm>
              <a:off x="10421452" y="3534029"/>
              <a:ext cx="864000" cy="8638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" name="직사각형 351"/>
            <p:cNvSpPr/>
            <p:nvPr/>
          </p:nvSpPr>
          <p:spPr>
            <a:xfrm>
              <a:off x="5381455" y="2144805"/>
              <a:ext cx="576000" cy="43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10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3" name="직사각형 352"/>
            <p:cNvSpPr/>
            <p:nvPr/>
          </p:nvSpPr>
          <p:spPr>
            <a:xfrm>
              <a:off x="6245452" y="2139326"/>
              <a:ext cx="576000" cy="43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10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4" name="직사각형 353"/>
            <p:cNvSpPr/>
            <p:nvPr/>
          </p:nvSpPr>
          <p:spPr>
            <a:xfrm>
              <a:off x="9701452" y="3008684"/>
              <a:ext cx="576000" cy="432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10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5" name="직사각형 354"/>
            <p:cNvSpPr/>
            <p:nvPr/>
          </p:nvSpPr>
          <p:spPr>
            <a:xfrm>
              <a:off x="10565449" y="3008684"/>
              <a:ext cx="576000" cy="432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10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6" name="직사각형 355"/>
            <p:cNvSpPr/>
            <p:nvPr/>
          </p:nvSpPr>
          <p:spPr>
            <a:xfrm>
              <a:off x="6155685" y="3872583"/>
              <a:ext cx="720000" cy="432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12s1</a:t>
              </a:r>
              <a:endParaRPr lang="ko-KR" altLang="en-US" sz="16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60" name="TextBox 359"/>
            <p:cNvSpPr txBox="1"/>
            <p:nvPr/>
          </p:nvSpPr>
          <p:spPr>
            <a:xfrm>
              <a:off x="7775225" y="942360"/>
              <a:ext cx="9724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29e5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8639224" y="942360"/>
              <a:ext cx="9724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29e6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63" name="직사각형 362"/>
            <p:cNvSpPr/>
            <p:nvPr/>
          </p:nvSpPr>
          <p:spPr>
            <a:xfrm>
              <a:off x="7973453" y="1280910"/>
              <a:ext cx="576000" cy="43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10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4" name="직사각형 363"/>
            <p:cNvSpPr/>
            <p:nvPr/>
          </p:nvSpPr>
          <p:spPr>
            <a:xfrm>
              <a:off x="8837452" y="1280910"/>
              <a:ext cx="576000" cy="43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10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꺾인 연결선 29"/>
            <p:cNvCxnSpPr>
              <a:stCxn id="302" idx="1"/>
              <a:endCxn id="267" idx="1"/>
            </p:cNvCxnSpPr>
            <p:nvPr/>
          </p:nvCxnSpPr>
          <p:spPr>
            <a:xfrm rot="10800000">
              <a:off x="5183228" y="1975537"/>
              <a:ext cx="918228" cy="1990443"/>
            </a:xfrm>
            <a:prstGeom prst="bentConnector3">
              <a:avLst>
                <a:gd name="adj1" fmla="val 142876"/>
              </a:avLst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직사각형 364"/>
            <p:cNvSpPr/>
            <p:nvPr/>
          </p:nvSpPr>
          <p:spPr>
            <a:xfrm>
              <a:off x="7033934" y="3872583"/>
              <a:ext cx="720000" cy="432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29e5</a:t>
              </a:r>
              <a:endParaRPr lang="ko-KR" altLang="en-US" sz="16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66" name="직사각형 365"/>
            <p:cNvSpPr/>
            <p:nvPr/>
          </p:nvSpPr>
          <p:spPr>
            <a:xfrm>
              <a:off x="7897931" y="3872583"/>
              <a:ext cx="720000" cy="432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90h8</a:t>
              </a:r>
              <a:endParaRPr lang="ko-KR" altLang="en-US" sz="16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367" name="꺾인 연결선 366"/>
            <p:cNvCxnSpPr>
              <a:stCxn id="305" idx="0"/>
              <a:endCxn id="360" idx="1"/>
            </p:cNvCxnSpPr>
            <p:nvPr/>
          </p:nvCxnSpPr>
          <p:spPr>
            <a:xfrm rot="5400000" flipH="1" flipV="1">
              <a:off x="6375144" y="2133949"/>
              <a:ext cx="2422392" cy="377769"/>
            </a:xfrm>
            <a:prstGeom prst="bentConnector2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꺾인 연결선 367"/>
            <p:cNvCxnSpPr>
              <a:stCxn id="318" idx="1"/>
              <a:endCxn id="296" idx="1"/>
            </p:cNvCxnSpPr>
            <p:nvPr/>
          </p:nvCxnSpPr>
          <p:spPr>
            <a:xfrm rot="10800000" flipH="1">
              <a:off x="8693455" y="2839419"/>
              <a:ext cx="809770" cy="1126556"/>
            </a:xfrm>
            <a:prstGeom prst="bentConnector3">
              <a:avLst>
                <a:gd name="adj1" fmla="val 39209"/>
              </a:avLst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798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/>
          <p:cNvSpPr>
            <a:spLocks noChangeAspect="1"/>
          </p:cNvSpPr>
          <p:nvPr/>
        </p:nvSpPr>
        <p:spPr>
          <a:xfrm>
            <a:off x="1187772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/>
          <p:cNvSpPr txBox="1"/>
          <p:nvPr/>
        </p:nvSpPr>
        <p:spPr>
          <a:xfrm>
            <a:off x="1133543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6" name="직사각형 85"/>
          <p:cNvSpPr>
            <a:spLocks noChangeAspect="1"/>
          </p:cNvSpPr>
          <p:nvPr/>
        </p:nvSpPr>
        <p:spPr>
          <a:xfrm>
            <a:off x="2051772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/>
          <p:cNvSpPr txBox="1"/>
          <p:nvPr/>
        </p:nvSpPr>
        <p:spPr>
          <a:xfrm>
            <a:off x="1997543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8" name="직사각형 87"/>
          <p:cNvSpPr>
            <a:spLocks noChangeAspect="1"/>
          </p:cNvSpPr>
          <p:nvPr/>
        </p:nvSpPr>
        <p:spPr>
          <a:xfrm>
            <a:off x="2915771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2861542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0" name="직사각형 89"/>
          <p:cNvSpPr>
            <a:spLocks noChangeAspect="1"/>
          </p:cNvSpPr>
          <p:nvPr/>
        </p:nvSpPr>
        <p:spPr>
          <a:xfrm>
            <a:off x="3779771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3725542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2" name="직사각형 91"/>
          <p:cNvSpPr>
            <a:spLocks noChangeAspect="1"/>
          </p:cNvSpPr>
          <p:nvPr/>
        </p:nvSpPr>
        <p:spPr>
          <a:xfrm>
            <a:off x="4643770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4589541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4" name="직사각형 93"/>
          <p:cNvSpPr>
            <a:spLocks noChangeAspect="1"/>
          </p:cNvSpPr>
          <p:nvPr/>
        </p:nvSpPr>
        <p:spPr>
          <a:xfrm>
            <a:off x="1187772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/>
          <p:cNvSpPr txBox="1"/>
          <p:nvPr/>
        </p:nvSpPr>
        <p:spPr>
          <a:xfrm>
            <a:off x="1133543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6" name="직사각형 95"/>
          <p:cNvSpPr>
            <a:spLocks noChangeAspect="1"/>
          </p:cNvSpPr>
          <p:nvPr/>
        </p:nvSpPr>
        <p:spPr>
          <a:xfrm>
            <a:off x="2051772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/>
          <p:cNvSpPr txBox="1"/>
          <p:nvPr/>
        </p:nvSpPr>
        <p:spPr>
          <a:xfrm>
            <a:off x="1997543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8" name="직사각형 97"/>
          <p:cNvSpPr>
            <a:spLocks noChangeAspect="1"/>
          </p:cNvSpPr>
          <p:nvPr/>
        </p:nvSpPr>
        <p:spPr>
          <a:xfrm>
            <a:off x="2915771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/>
          <p:cNvSpPr txBox="1"/>
          <p:nvPr/>
        </p:nvSpPr>
        <p:spPr>
          <a:xfrm>
            <a:off x="2861542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0" name="직사각형 99"/>
          <p:cNvSpPr>
            <a:spLocks noChangeAspect="1"/>
          </p:cNvSpPr>
          <p:nvPr/>
        </p:nvSpPr>
        <p:spPr>
          <a:xfrm>
            <a:off x="3779771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/>
          <p:cNvSpPr txBox="1"/>
          <p:nvPr/>
        </p:nvSpPr>
        <p:spPr>
          <a:xfrm>
            <a:off x="3725542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2" name="직사각형 101"/>
          <p:cNvSpPr>
            <a:spLocks noChangeAspect="1"/>
          </p:cNvSpPr>
          <p:nvPr/>
        </p:nvSpPr>
        <p:spPr>
          <a:xfrm>
            <a:off x="4643770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/>
          <p:cNvSpPr txBox="1"/>
          <p:nvPr/>
        </p:nvSpPr>
        <p:spPr>
          <a:xfrm>
            <a:off x="4589541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4" name="직사각형 103"/>
          <p:cNvSpPr>
            <a:spLocks noChangeAspect="1"/>
          </p:cNvSpPr>
          <p:nvPr/>
        </p:nvSpPr>
        <p:spPr>
          <a:xfrm>
            <a:off x="1187772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/>
          <p:cNvSpPr txBox="1"/>
          <p:nvPr/>
        </p:nvSpPr>
        <p:spPr>
          <a:xfrm>
            <a:off x="1133543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6" name="직사각형 105"/>
          <p:cNvSpPr>
            <a:spLocks noChangeAspect="1"/>
          </p:cNvSpPr>
          <p:nvPr/>
        </p:nvSpPr>
        <p:spPr>
          <a:xfrm>
            <a:off x="2051772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TextBox 106"/>
          <p:cNvSpPr txBox="1"/>
          <p:nvPr/>
        </p:nvSpPr>
        <p:spPr>
          <a:xfrm>
            <a:off x="1997543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8" name="직사각형 107"/>
          <p:cNvSpPr>
            <a:spLocks noChangeAspect="1"/>
          </p:cNvSpPr>
          <p:nvPr/>
        </p:nvSpPr>
        <p:spPr>
          <a:xfrm>
            <a:off x="2915771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2861542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0" name="직사각형 109"/>
          <p:cNvSpPr>
            <a:spLocks noChangeAspect="1"/>
          </p:cNvSpPr>
          <p:nvPr/>
        </p:nvSpPr>
        <p:spPr>
          <a:xfrm>
            <a:off x="3779771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/>
          <p:cNvSpPr txBox="1"/>
          <p:nvPr/>
        </p:nvSpPr>
        <p:spPr>
          <a:xfrm>
            <a:off x="3725542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2" name="직사각형 111"/>
          <p:cNvSpPr>
            <a:spLocks noChangeAspect="1"/>
          </p:cNvSpPr>
          <p:nvPr/>
        </p:nvSpPr>
        <p:spPr>
          <a:xfrm>
            <a:off x="4643770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/>
          <p:cNvSpPr txBox="1"/>
          <p:nvPr/>
        </p:nvSpPr>
        <p:spPr>
          <a:xfrm>
            <a:off x="4589541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4" name="직사각형 113"/>
          <p:cNvSpPr>
            <a:spLocks noChangeAspect="1"/>
          </p:cNvSpPr>
          <p:nvPr/>
        </p:nvSpPr>
        <p:spPr>
          <a:xfrm>
            <a:off x="6451196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/>
          <p:cNvSpPr txBox="1"/>
          <p:nvPr/>
        </p:nvSpPr>
        <p:spPr>
          <a:xfrm>
            <a:off x="6396967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6" name="직사각형 115"/>
          <p:cNvSpPr>
            <a:spLocks noChangeAspect="1"/>
          </p:cNvSpPr>
          <p:nvPr/>
        </p:nvSpPr>
        <p:spPr>
          <a:xfrm>
            <a:off x="7315196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/>
          <p:cNvSpPr txBox="1"/>
          <p:nvPr/>
        </p:nvSpPr>
        <p:spPr>
          <a:xfrm>
            <a:off x="7260967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8" name="직사각형 117"/>
          <p:cNvSpPr>
            <a:spLocks noChangeAspect="1"/>
          </p:cNvSpPr>
          <p:nvPr/>
        </p:nvSpPr>
        <p:spPr>
          <a:xfrm>
            <a:off x="8179195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TextBox 118"/>
          <p:cNvSpPr txBox="1"/>
          <p:nvPr/>
        </p:nvSpPr>
        <p:spPr>
          <a:xfrm>
            <a:off x="8124966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0" name="직사각형 119"/>
          <p:cNvSpPr>
            <a:spLocks noChangeAspect="1"/>
          </p:cNvSpPr>
          <p:nvPr/>
        </p:nvSpPr>
        <p:spPr>
          <a:xfrm>
            <a:off x="9043195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/>
          <p:cNvSpPr txBox="1"/>
          <p:nvPr/>
        </p:nvSpPr>
        <p:spPr>
          <a:xfrm>
            <a:off x="8988966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2" name="직사각형 121"/>
          <p:cNvSpPr>
            <a:spLocks noChangeAspect="1"/>
          </p:cNvSpPr>
          <p:nvPr/>
        </p:nvSpPr>
        <p:spPr>
          <a:xfrm>
            <a:off x="9907194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TextBox 122"/>
          <p:cNvSpPr txBox="1"/>
          <p:nvPr/>
        </p:nvSpPr>
        <p:spPr>
          <a:xfrm>
            <a:off x="9852965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4" name="직사각형 123"/>
          <p:cNvSpPr>
            <a:spLocks noChangeAspect="1"/>
          </p:cNvSpPr>
          <p:nvPr/>
        </p:nvSpPr>
        <p:spPr>
          <a:xfrm>
            <a:off x="6451196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24"/>
          <p:cNvSpPr txBox="1"/>
          <p:nvPr/>
        </p:nvSpPr>
        <p:spPr>
          <a:xfrm>
            <a:off x="6396967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6" name="직사각형 125"/>
          <p:cNvSpPr>
            <a:spLocks noChangeAspect="1"/>
          </p:cNvSpPr>
          <p:nvPr/>
        </p:nvSpPr>
        <p:spPr>
          <a:xfrm>
            <a:off x="7315196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TextBox 126"/>
          <p:cNvSpPr txBox="1"/>
          <p:nvPr/>
        </p:nvSpPr>
        <p:spPr>
          <a:xfrm>
            <a:off x="7260967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8" name="직사각형 127"/>
          <p:cNvSpPr>
            <a:spLocks noChangeAspect="1"/>
          </p:cNvSpPr>
          <p:nvPr/>
        </p:nvSpPr>
        <p:spPr>
          <a:xfrm>
            <a:off x="8179195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/>
          <p:cNvSpPr txBox="1"/>
          <p:nvPr/>
        </p:nvSpPr>
        <p:spPr>
          <a:xfrm>
            <a:off x="8124966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0" name="직사각형 129"/>
          <p:cNvSpPr>
            <a:spLocks noChangeAspect="1"/>
          </p:cNvSpPr>
          <p:nvPr/>
        </p:nvSpPr>
        <p:spPr>
          <a:xfrm>
            <a:off x="9043195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TextBox 130"/>
          <p:cNvSpPr txBox="1"/>
          <p:nvPr/>
        </p:nvSpPr>
        <p:spPr>
          <a:xfrm>
            <a:off x="8988966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2" name="직사각형 131"/>
          <p:cNvSpPr>
            <a:spLocks noChangeAspect="1"/>
          </p:cNvSpPr>
          <p:nvPr/>
        </p:nvSpPr>
        <p:spPr>
          <a:xfrm>
            <a:off x="9907194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TextBox 132"/>
          <p:cNvSpPr txBox="1"/>
          <p:nvPr/>
        </p:nvSpPr>
        <p:spPr>
          <a:xfrm>
            <a:off x="9852965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4" name="직사각형 133"/>
          <p:cNvSpPr>
            <a:spLocks noChangeAspect="1"/>
          </p:cNvSpPr>
          <p:nvPr/>
        </p:nvSpPr>
        <p:spPr>
          <a:xfrm>
            <a:off x="6451196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TextBox 134"/>
          <p:cNvSpPr txBox="1"/>
          <p:nvPr/>
        </p:nvSpPr>
        <p:spPr>
          <a:xfrm>
            <a:off x="6396967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6" name="직사각형 135"/>
          <p:cNvSpPr>
            <a:spLocks noChangeAspect="1"/>
          </p:cNvSpPr>
          <p:nvPr/>
        </p:nvSpPr>
        <p:spPr>
          <a:xfrm>
            <a:off x="7315196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TextBox 136"/>
          <p:cNvSpPr txBox="1"/>
          <p:nvPr/>
        </p:nvSpPr>
        <p:spPr>
          <a:xfrm>
            <a:off x="7260967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8" name="직사각형 137"/>
          <p:cNvSpPr>
            <a:spLocks noChangeAspect="1"/>
          </p:cNvSpPr>
          <p:nvPr/>
        </p:nvSpPr>
        <p:spPr>
          <a:xfrm>
            <a:off x="8179195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TextBox 138"/>
          <p:cNvSpPr txBox="1"/>
          <p:nvPr/>
        </p:nvSpPr>
        <p:spPr>
          <a:xfrm>
            <a:off x="8124966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0" name="직사각형 139"/>
          <p:cNvSpPr>
            <a:spLocks noChangeAspect="1"/>
          </p:cNvSpPr>
          <p:nvPr/>
        </p:nvSpPr>
        <p:spPr>
          <a:xfrm>
            <a:off x="9043195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TextBox 140"/>
          <p:cNvSpPr txBox="1"/>
          <p:nvPr/>
        </p:nvSpPr>
        <p:spPr>
          <a:xfrm>
            <a:off x="8988966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2" name="직사각형 141"/>
          <p:cNvSpPr>
            <a:spLocks noChangeAspect="1"/>
          </p:cNvSpPr>
          <p:nvPr/>
        </p:nvSpPr>
        <p:spPr>
          <a:xfrm>
            <a:off x="9907194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TextBox 142"/>
          <p:cNvSpPr txBox="1"/>
          <p:nvPr/>
        </p:nvSpPr>
        <p:spPr>
          <a:xfrm>
            <a:off x="9852965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4" name="직사각형 143"/>
          <p:cNvSpPr>
            <a:spLocks noChangeAspect="1"/>
          </p:cNvSpPr>
          <p:nvPr/>
        </p:nvSpPr>
        <p:spPr>
          <a:xfrm>
            <a:off x="1198457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1144228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6" name="직사각형 145"/>
          <p:cNvSpPr>
            <a:spLocks noChangeAspect="1"/>
          </p:cNvSpPr>
          <p:nvPr/>
        </p:nvSpPr>
        <p:spPr>
          <a:xfrm>
            <a:off x="2062457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TextBox 146"/>
          <p:cNvSpPr txBox="1"/>
          <p:nvPr/>
        </p:nvSpPr>
        <p:spPr>
          <a:xfrm>
            <a:off x="2008228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8" name="직사각형 147"/>
          <p:cNvSpPr>
            <a:spLocks noChangeAspect="1"/>
          </p:cNvSpPr>
          <p:nvPr/>
        </p:nvSpPr>
        <p:spPr>
          <a:xfrm>
            <a:off x="2926456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TextBox 148"/>
          <p:cNvSpPr txBox="1"/>
          <p:nvPr/>
        </p:nvSpPr>
        <p:spPr>
          <a:xfrm>
            <a:off x="2872227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0" name="직사각형 149"/>
          <p:cNvSpPr>
            <a:spLocks noChangeAspect="1"/>
          </p:cNvSpPr>
          <p:nvPr/>
        </p:nvSpPr>
        <p:spPr>
          <a:xfrm>
            <a:off x="3790456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TextBox 150"/>
          <p:cNvSpPr txBox="1"/>
          <p:nvPr/>
        </p:nvSpPr>
        <p:spPr>
          <a:xfrm>
            <a:off x="3736227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2" name="직사각형 151"/>
          <p:cNvSpPr>
            <a:spLocks noChangeAspect="1"/>
          </p:cNvSpPr>
          <p:nvPr/>
        </p:nvSpPr>
        <p:spPr>
          <a:xfrm>
            <a:off x="4654455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TextBox 152"/>
          <p:cNvSpPr txBox="1"/>
          <p:nvPr/>
        </p:nvSpPr>
        <p:spPr>
          <a:xfrm>
            <a:off x="4600226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4" name="직사각형 153"/>
          <p:cNvSpPr>
            <a:spLocks noChangeAspect="1"/>
          </p:cNvSpPr>
          <p:nvPr/>
        </p:nvSpPr>
        <p:spPr>
          <a:xfrm>
            <a:off x="1198457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TextBox 154"/>
          <p:cNvSpPr txBox="1"/>
          <p:nvPr/>
        </p:nvSpPr>
        <p:spPr>
          <a:xfrm>
            <a:off x="1144228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6" name="직사각형 155"/>
          <p:cNvSpPr>
            <a:spLocks noChangeAspect="1"/>
          </p:cNvSpPr>
          <p:nvPr/>
        </p:nvSpPr>
        <p:spPr>
          <a:xfrm>
            <a:off x="2062457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TextBox 156"/>
          <p:cNvSpPr txBox="1"/>
          <p:nvPr/>
        </p:nvSpPr>
        <p:spPr>
          <a:xfrm>
            <a:off x="2008228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8" name="직사각형 157"/>
          <p:cNvSpPr>
            <a:spLocks noChangeAspect="1"/>
          </p:cNvSpPr>
          <p:nvPr/>
        </p:nvSpPr>
        <p:spPr>
          <a:xfrm>
            <a:off x="2926456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TextBox 158"/>
          <p:cNvSpPr txBox="1"/>
          <p:nvPr/>
        </p:nvSpPr>
        <p:spPr>
          <a:xfrm>
            <a:off x="2872227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0" name="직사각형 159"/>
          <p:cNvSpPr>
            <a:spLocks noChangeAspect="1"/>
          </p:cNvSpPr>
          <p:nvPr/>
        </p:nvSpPr>
        <p:spPr>
          <a:xfrm>
            <a:off x="3790456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TextBox 160"/>
          <p:cNvSpPr txBox="1"/>
          <p:nvPr/>
        </p:nvSpPr>
        <p:spPr>
          <a:xfrm>
            <a:off x="3736227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2" name="직사각형 161"/>
          <p:cNvSpPr>
            <a:spLocks noChangeAspect="1"/>
          </p:cNvSpPr>
          <p:nvPr/>
        </p:nvSpPr>
        <p:spPr>
          <a:xfrm>
            <a:off x="4654455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TextBox 162"/>
          <p:cNvSpPr txBox="1"/>
          <p:nvPr/>
        </p:nvSpPr>
        <p:spPr>
          <a:xfrm>
            <a:off x="4600226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4" name="직사각형 163"/>
          <p:cNvSpPr>
            <a:spLocks noChangeAspect="1"/>
          </p:cNvSpPr>
          <p:nvPr/>
        </p:nvSpPr>
        <p:spPr>
          <a:xfrm>
            <a:off x="1198457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TextBox 164"/>
          <p:cNvSpPr txBox="1"/>
          <p:nvPr/>
        </p:nvSpPr>
        <p:spPr>
          <a:xfrm>
            <a:off x="1144228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6" name="직사각형 165"/>
          <p:cNvSpPr>
            <a:spLocks noChangeAspect="1"/>
          </p:cNvSpPr>
          <p:nvPr/>
        </p:nvSpPr>
        <p:spPr>
          <a:xfrm>
            <a:off x="2062457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TextBox 166"/>
          <p:cNvSpPr txBox="1"/>
          <p:nvPr/>
        </p:nvSpPr>
        <p:spPr>
          <a:xfrm>
            <a:off x="2008228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8" name="직사각형 167"/>
          <p:cNvSpPr>
            <a:spLocks noChangeAspect="1"/>
          </p:cNvSpPr>
          <p:nvPr/>
        </p:nvSpPr>
        <p:spPr>
          <a:xfrm>
            <a:off x="2926456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TextBox 168"/>
          <p:cNvSpPr txBox="1"/>
          <p:nvPr/>
        </p:nvSpPr>
        <p:spPr>
          <a:xfrm>
            <a:off x="2872227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0" name="직사각형 169"/>
          <p:cNvSpPr>
            <a:spLocks noChangeAspect="1"/>
          </p:cNvSpPr>
          <p:nvPr/>
        </p:nvSpPr>
        <p:spPr>
          <a:xfrm>
            <a:off x="3790456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TextBox 170"/>
          <p:cNvSpPr txBox="1"/>
          <p:nvPr/>
        </p:nvSpPr>
        <p:spPr>
          <a:xfrm>
            <a:off x="3736227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2" name="직사각형 171"/>
          <p:cNvSpPr>
            <a:spLocks noChangeAspect="1"/>
          </p:cNvSpPr>
          <p:nvPr/>
        </p:nvSpPr>
        <p:spPr>
          <a:xfrm>
            <a:off x="4654455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TextBox 172"/>
          <p:cNvSpPr txBox="1"/>
          <p:nvPr/>
        </p:nvSpPr>
        <p:spPr>
          <a:xfrm>
            <a:off x="4600226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4" name="직사각형 173"/>
          <p:cNvSpPr>
            <a:spLocks noChangeAspect="1"/>
          </p:cNvSpPr>
          <p:nvPr/>
        </p:nvSpPr>
        <p:spPr>
          <a:xfrm>
            <a:off x="6461881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TextBox 174"/>
          <p:cNvSpPr txBox="1"/>
          <p:nvPr/>
        </p:nvSpPr>
        <p:spPr>
          <a:xfrm>
            <a:off x="6407652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6" name="직사각형 175"/>
          <p:cNvSpPr>
            <a:spLocks noChangeAspect="1"/>
          </p:cNvSpPr>
          <p:nvPr/>
        </p:nvSpPr>
        <p:spPr>
          <a:xfrm>
            <a:off x="7325881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TextBox 176"/>
          <p:cNvSpPr txBox="1"/>
          <p:nvPr/>
        </p:nvSpPr>
        <p:spPr>
          <a:xfrm>
            <a:off x="7271652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8" name="직사각형 177"/>
          <p:cNvSpPr>
            <a:spLocks noChangeAspect="1"/>
          </p:cNvSpPr>
          <p:nvPr/>
        </p:nvSpPr>
        <p:spPr>
          <a:xfrm>
            <a:off x="8189880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TextBox 178"/>
          <p:cNvSpPr txBox="1"/>
          <p:nvPr/>
        </p:nvSpPr>
        <p:spPr>
          <a:xfrm>
            <a:off x="8135651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0" name="직사각형 179"/>
          <p:cNvSpPr>
            <a:spLocks noChangeAspect="1"/>
          </p:cNvSpPr>
          <p:nvPr/>
        </p:nvSpPr>
        <p:spPr>
          <a:xfrm>
            <a:off x="9053880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TextBox 180"/>
          <p:cNvSpPr txBox="1"/>
          <p:nvPr/>
        </p:nvSpPr>
        <p:spPr>
          <a:xfrm>
            <a:off x="8999651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2" name="직사각형 181"/>
          <p:cNvSpPr>
            <a:spLocks noChangeAspect="1"/>
          </p:cNvSpPr>
          <p:nvPr/>
        </p:nvSpPr>
        <p:spPr>
          <a:xfrm>
            <a:off x="9917879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182"/>
          <p:cNvSpPr txBox="1"/>
          <p:nvPr/>
        </p:nvSpPr>
        <p:spPr>
          <a:xfrm>
            <a:off x="9863650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4" name="직사각형 183"/>
          <p:cNvSpPr>
            <a:spLocks noChangeAspect="1"/>
          </p:cNvSpPr>
          <p:nvPr/>
        </p:nvSpPr>
        <p:spPr>
          <a:xfrm>
            <a:off x="6461881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TextBox 184"/>
          <p:cNvSpPr txBox="1"/>
          <p:nvPr/>
        </p:nvSpPr>
        <p:spPr>
          <a:xfrm>
            <a:off x="6407652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6" name="직사각형 185"/>
          <p:cNvSpPr>
            <a:spLocks noChangeAspect="1"/>
          </p:cNvSpPr>
          <p:nvPr/>
        </p:nvSpPr>
        <p:spPr>
          <a:xfrm>
            <a:off x="7325881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TextBox 186"/>
          <p:cNvSpPr txBox="1"/>
          <p:nvPr/>
        </p:nvSpPr>
        <p:spPr>
          <a:xfrm>
            <a:off x="7271652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8" name="직사각형 187"/>
          <p:cNvSpPr>
            <a:spLocks noChangeAspect="1"/>
          </p:cNvSpPr>
          <p:nvPr/>
        </p:nvSpPr>
        <p:spPr>
          <a:xfrm>
            <a:off x="8189880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TextBox 188"/>
          <p:cNvSpPr txBox="1"/>
          <p:nvPr/>
        </p:nvSpPr>
        <p:spPr>
          <a:xfrm>
            <a:off x="8135651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0" name="직사각형 189"/>
          <p:cNvSpPr>
            <a:spLocks noChangeAspect="1"/>
          </p:cNvSpPr>
          <p:nvPr/>
        </p:nvSpPr>
        <p:spPr>
          <a:xfrm>
            <a:off x="9053880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TextBox 190"/>
          <p:cNvSpPr txBox="1"/>
          <p:nvPr/>
        </p:nvSpPr>
        <p:spPr>
          <a:xfrm>
            <a:off x="8999651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2" name="직사각형 191"/>
          <p:cNvSpPr>
            <a:spLocks noChangeAspect="1"/>
          </p:cNvSpPr>
          <p:nvPr/>
        </p:nvSpPr>
        <p:spPr>
          <a:xfrm>
            <a:off x="9917879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TextBox 192"/>
          <p:cNvSpPr txBox="1"/>
          <p:nvPr/>
        </p:nvSpPr>
        <p:spPr>
          <a:xfrm>
            <a:off x="9863650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4" name="직사각형 193"/>
          <p:cNvSpPr>
            <a:spLocks noChangeAspect="1"/>
          </p:cNvSpPr>
          <p:nvPr/>
        </p:nvSpPr>
        <p:spPr>
          <a:xfrm>
            <a:off x="6461881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TextBox 194"/>
          <p:cNvSpPr txBox="1"/>
          <p:nvPr/>
        </p:nvSpPr>
        <p:spPr>
          <a:xfrm>
            <a:off x="6407652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6" name="직사각형 195"/>
          <p:cNvSpPr>
            <a:spLocks noChangeAspect="1"/>
          </p:cNvSpPr>
          <p:nvPr/>
        </p:nvSpPr>
        <p:spPr>
          <a:xfrm>
            <a:off x="7325881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TextBox 196"/>
          <p:cNvSpPr txBox="1"/>
          <p:nvPr/>
        </p:nvSpPr>
        <p:spPr>
          <a:xfrm>
            <a:off x="7271652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8" name="직사각형 197"/>
          <p:cNvSpPr>
            <a:spLocks noChangeAspect="1"/>
          </p:cNvSpPr>
          <p:nvPr/>
        </p:nvSpPr>
        <p:spPr>
          <a:xfrm>
            <a:off x="8189880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TextBox 198"/>
          <p:cNvSpPr txBox="1"/>
          <p:nvPr/>
        </p:nvSpPr>
        <p:spPr>
          <a:xfrm>
            <a:off x="8135651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0" name="직사각형 199"/>
          <p:cNvSpPr>
            <a:spLocks noChangeAspect="1"/>
          </p:cNvSpPr>
          <p:nvPr/>
        </p:nvSpPr>
        <p:spPr>
          <a:xfrm>
            <a:off x="9053880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TextBox 200"/>
          <p:cNvSpPr txBox="1"/>
          <p:nvPr/>
        </p:nvSpPr>
        <p:spPr>
          <a:xfrm>
            <a:off x="8999651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2" name="직사각형 201"/>
          <p:cNvSpPr>
            <a:spLocks noChangeAspect="1"/>
          </p:cNvSpPr>
          <p:nvPr/>
        </p:nvSpPr>
        <p:spPr>
          <a:xfrm>
            <a:off x="9917879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TextBox 202"/>
          <p:cNvSpPr txBox="1"/>
          <p:nvPr/>
        </p:nvSpPr>
        <p:spPr>
          <a:xfrm>
            <a:off x="9863650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3934455" y="1026918"/>
            <a:ext cx="576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10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803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그룹 59"/>
          <p:cNvGrpSpPr/>
          <p:nvPr/>
        </p:nvGrpSpPr>
        <p:grpSpPr>
          <a:xfrm>
            <a:off x="-956311" y="-477208"/>
            <a:ext cx="16977739" cy="4430690"/>
            <a:chOff x="-956311" y="-477208"/>
            <a:chExt cx="16977739" cy="4430690"/>
          </a:xfrm>
        </p:grpSpPr>
        <p:sp>
          <p:nvSpPr>
            <p:cNvPr id="63" name="TextBox 62"/>
            <p:cNvSpPr txBox="1"/>
            <p:nvPr/>
          </p:nvSpPr>
          <p:spPr>
            <a:xfrm>
              <a:off x="253304" y="2047038"/>
              <a:ext cx="1715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4. </a:t>
              </a:r>
              <a:r>
                <a:rPr lang="ko-KR" altLang="en-US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데이터 할당</a:t>
              </a:r>
              <a:endPara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-956311" y="893482"/>
              <a:ext cx="5400000" cy="9000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ouble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result = </a:t>
              </a:r>
              <a:r>
                <a:rPr lang="en-US" altLang="ko-KR" sz="2000" dirty="0" err="1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car.goForward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(30, 2);</a:t>
              </a:r>
              <a:endParaRPr lang="ko-KR" altLang="en-US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9" name="모서리가 둥근 직사각형 68"/>
            <p:cNvSpPr/>
            <p:nvPr/>
          </p:nvSpPr>
          <p:spPr>
            <a:xfrm>
              <a:off x="7381428" y="893482"/>
              <a:ext cx="8640000" cy="30600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//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전진 기능</a:t>
              </a:r>
              <a:endPara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public double </a:t>
              </a:r>
              <a:r>
                <a:rPr lang="en-US" altLang="ko-KR" sz="2000" dirty="0" err="1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goForward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en-US" altLang="ko-KR" sz="2000" dirty="0" err="1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int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speed, </a:t>
              </a:r>
              <a:r>
                <a:rPr lang="en-US" altLang="ko-KR" sz="2000" dirty="0" err="1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int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hour) {</a:t>
              </a:r>
            </a:p>
            <a:p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</a:t>
              </a:r>
              <a:r>
                <a:rPr lang="en-US" altLang="ko-KR" sz="2000" dirty="0" err="1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System.out.println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(speed + “km/h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로 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” + hour + “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시간 동안 전진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”);</a:t>
              </a:r>
            </a:p>
            <a:p>
              <a:endPara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double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distance = speed * hour;</a:t>
              </a:r>
            </a:p>
            <a:p>
              <a:endParaRPr lang="en-US" altLang="ko-KR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return distance;</a:t>
              </a:r>
            </a:p>
            <a:p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}</a:t>
              </a:r>
              <a:endParaRPr lang="ko-KR" altLang="en-US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4" name="원호 53"/>
            <p:cNvSpPr/>
            <p:nvPr/>
          </p:nvSpPr>
          <p:spPr>
            <a:xfrm rot="8425555">
              <a:off x="714198" y="1077027"/>
              <a:ext cx="900000" cy="900000"/>
            </a:xfrm>
            <a:prstGeom prst="arc">
              <a:avLst>
                <a:gd name="adj1" fmla="val 13530061"/>
                <a:gd name="adj2" fmla="val 187041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원호 102"/>
            <p:cNvSpPr/>
            <p:nvPr/>
          </p:nvSpPr>
          <p:spPr>
            <a:xfrm rot="5696533">
              <a:off x="3581734" y="-2596670"/>
              <a:ext cx="2741380" cy="6980304"/>
            </a:xfrm>
            <a:prstGeom prst="arc">
              <a:avLst>
                <a:gd name="adj1" fmla="val 17174190"/>
                <a:gd name="adj2" fmla="val 415903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원호 103"/>
            <p:cNvSpPr/>
            <p:nvPr/>
          </p:nvSpPr>
          <p:spPr>
            <a:xfrm rot="6264436">
              <a:off x="3629377" y="-1735580"/>
              <a:ext cx="3054061" cy="6980304"/>
            </a:xfrm>
            <a:prstGeom prst="arc">
              <a:avLst>
                <a:gd name="adj1" fmla="val 17096554"/>
                <a:gd name="adj2" fmla="val 439597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화살표 연결선 55"/>
            <p:cNvCxnSpPr/>
            <p:nvPr/>
          </p:nvCxnSpPr>
          <p:spPr>
            <a:xfrm>
              <a:off x="7898860" y="1983757"/>
              <a:ext cx="0" cy="1152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이등변 삼각형 56"/>
            <p:cNvSpPr/>
            <p:nvPr/>
          </p:nvSpPr>
          <p:spPr>
            <a:xfrm>
              <a:off x="599319" y="1462286"/>
              <a:ext cx="311285" cy="2880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이등변 삼각형 108"/>
            <p:cNvSpPr/>
            <p:nvPr/>
          </p:nvSpPr>
          <p:spPr>
            <a:xfrm rot="18731416">
              <a:off x="1921304" y="1697677"/>
              <a:ext cx="335641" cy="2305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이등변 삼각형 110"/>
            <p:cNvSpPr/>
            <p:nvPr/>
          </p:nvSpPr>
          <p:spPr>
            <a:xfrm rot="2868584" flipH="1">
              <a:off x="7521197" y="1791712"/>
              <a:ext cx="335641" cy="2305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이등변 삼각형 111"/>
            <p:cNvSpPr/>
            <p:nvPr/>
          </p:nvSpPr>
          <p:spPr>
            <a:xfrm flipV="1">
              <a:off x="7743217" y="2922004"/>
              <a:ext cx="311285" cy="2880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4509159" y="1846983"/>
              <a:ext cx="1715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1. </a:t>
              </a:r>
              <a:r>
                <a:rPr lang="ko-KR" altLang="en-US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메서드 호출</a:t>
              </a:r>
              <a:endPara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217404" y="2470969"/>
              <a:ext cx="1715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2. </a:t>
              </a:r>
              <a:r>
                <a:rPr lang="ko-KR" altLang="en-US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메서드 실행</a:t>
              </a:r>
              <a:endPara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298641" y="3460399"/>
              <a:ext cx="1715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3. </a:t>
              </a:r>
              <a:r>
                <a:rPr lang="ko-KR" altLang="en-US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데이터 반환</a:t>
              </a:r>
              <a:endPara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0415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-1792239" y="516447"/>
            <a:ext cx="17346415" cy="4091166"/>
            <a:chOff x="-1792239" y="516447"/>
            <a:chExt cx="17346415" cy="4091166"/>
          </a:xfrm>
        </p:grpSpPr>
        <p:sp>
          <p:nvSpPr>
            <p:cNvPr id="6" name="TextBox 5"/>
            <p:cNvSpPr txBox="1"/>
            <p:nvPr/>
          </p:nvSpPr>
          <p:spPr>
            <a:xfrm>
              <a:off x="-1792239" y="2028273"/>
              <a:ext cx="15446857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</a:t>
              </a:r>
              <a:r>
                <a:rPr lang="en-US" altLang="ko-KR" sz="80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nt</a:t>
              </a:r>
              <a:r>
                <a:rPr lang="en-US" altLang="ko-KR" sz="8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[][][] </a:t>
              </a:r>
              <a:r>
                <a:rPr lang="en-US" altLang="ko-KR" sz="80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mns</a:t>
              </a:r>
              <a:r>
                <a:rPr lang="en-US" altLang="ko-KR" sz="8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= new </a:t>
              </a:r>
              <a:r>
                <a:rPr lang="en-US" altLang="ko-KR" sz="80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int</a:t>
              </a:r>
              <a:r>
                <a:rPr lang="en-US" altLang="ko-KR" sz="8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[3][2][2];</a:t>
              </a:r>
              <a:endParaRPr lang="ko-KR" altLang="en-US" sz="8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0" name="아래쪽 화살표 9"/>
            <p:cNvSpPr/>
            <p:nvPr/>
          </p:nvSpPr>
          <p:spPr>
            <a:xfrm rot="10800000">
              <a:off x="9316197" y="3171142"/>
              <a:ext cx="432000" cy="72000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852863" y="772372"/>
              <a:ext cx="41985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</a:t>
              </a:r>
              <a:r>
                <a:rPr lang="ko-KR" altLang="en-US" sz="3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차원 </a:t>
              </a:r>
              <a:r>
                <a:rPr lang="ko-KR" altLang="en-US" sz="3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배열의 길이</a:t>
              </a:r>
              <a:r>
                <a:rPr lang="en-US" altLang="ko-KR" sz="3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: </a:t>
              </a:r>
              <a:r>
                <a:rPr lang="en-US" altLang="ko-KR" sz="3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</a:t>
              </a:r>
              <a:endParaRPr lang="ko-KR" altLang="en-US" sz="3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9" name="아래쪽 화살표 18"/>
            <p:cNvSpPr/>
            <p:nvPr/>
          </p:nvSpPr>
          <p:spPr>
            <a:xfrm>
              <a:off x="10736154" y="1418703"/>
              <a:ext cx="432000" cy="72000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-376688" y="516447"/>
              <a:ext cx="22621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</a:t>
              </a:r>
              <a:r>
                <a:rPr lang="ko-KR" altLang="en-US" sz="3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차원 배열</a:t>
              </a:r>
              <a:endParaRPr lang="ko-KR" altLang="en-US" sz="3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5" name="아래쪽 화살표 34"/>
            <p:cNvSpPr/>
            <p:nvPr/>
          </p:nvSpPr>
          <p:spPr>
            <a:xfrm>
              <a:off x="538386" y="1162778"/>
              <a:ext cx="432000" cy="72000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164545" y="3894041"/>
              <a:ext cx="41985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</a:t>
              </a:r>
              <a:r>
                <a:rPr lang="ko-KR" altLang="en-US" sz="3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차원 배열의 길이</a:t>
              </a:r>
              <a:r>
                <a:rPr lang="en-US" altLang="ko-KR" sz="3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: 3</a:t>
              </a:r>
              <a:endParaRPr lang="ko-KR" altLang="en-US" sz="3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" name="오른쪽 대괄호 3"/>
            <p:cNvSpPr/>
            <p:nvPr/>
          </p:nvSpPr>
          <p:spPr>
            <a:xfrm rot="16200000">
              <a:off x="661469" y="909374"/>
              <a:ext cx="216000" cy="2232000"/>
            </a:xfrm>
            <a:prstGeom prst="rightBracket">
              <a:avLst>
                <a:gd name="adj" fmla="val 7860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아래쪽 화살표 16"/>
            <p:cNvSpPr/>
            <p:nvPr/>
          </p:nvSpPr>
          <p:spPr>
            <a:xfrm rot="10800000">
              <a:off x="12160114" y="3171142"/>
              <a:ext cx="432000" cy="72000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355591" y="3961282"/>
              <a:ext cx="41985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</a:t>
              </a:r>
              <a:r>
                <a:rPr lang="ko-KR" altLang="en-US" sz="3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차원 배열의 길이</a:t>
              </a:r>
              <a:r>
                <a:rPr lang="en-US" altLang="ko-KR" sz="3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: 2</a:t>
              </a:r>
              <a:endParaRPr lang="ko-KR" altLang="en-US" sz="3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921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185</Words>
  <Application>Microsoft Office PowerPoint</Application>
  <PresentationFormat>와이드스크린</PresentationFormat>
  <Paragraphs>103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나눔스퀘어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70</cp:revision>
  <dcterms:created xsi:type="dcterms:W3CDTF">2026-08-04T06:26:42Z</dcterms:created>
  <dcterms:modified xsi:type="dcterms:W3CDTF">2026-08-11T08:28:16Z</dcterms:modified>
</cp:coreProperties>
</file>