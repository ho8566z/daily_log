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5D45"/>
    <a:srgbClr val="FFFFFF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50" d="100"/>
          <a:sy n="50" d="100"/>
        </p:scale>
        <p:origin x="236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26-08-15(Sat)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그룹 72"/>
          <p:cNvGrpSpPr/>
          <p:nvPr/>
        </p:nvGrpSpPr>
        <p:grpSpPr>
          <a:xfrm>
            <a:off x="649767" y="767507"/>
            <a:ext cx="14514212" cy="5304499"/>
            <a:chOff x="649767" y="767507"/>
            <a:chExt cx="14514212" cy="5304499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5210623" y="3192006"/>
              <a:ext cx="6480000" cy="288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public </a:t>
              </a:r>
              <a:r>
                <a:rPr lang="en-US" altLang="ko-KR" sz="2000" dirty="0" err="1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oolingSystem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(String color) {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power = false;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18;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getSystemDateTime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();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this.color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color;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" name="모서리가 둥근 직사각형 1"/>
            <p:cNvSpPr/>
            <p:nvPr/>
          </p:nvSpPr>
          <p:spPr>
            <a:xfrm>
              <a:off x="5210623" y="767507"/>
              <a:ext cx="6480000" cy="216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boolean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power;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전원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희망 온도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제조일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color;	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색상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타원 3"/>
            <p:cNvSpPr/>
            <p:nvPr/>
          </p:nvSpPr>
          <p:spPr>
            <a:xfrm>
              <a:off x="649767" y="4130106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/>
            <p:cNvCxnSpPr/>
            <p:nvPr/>
          </p:nvCxnSpPr>
          <p:spPr>
            <a:xfrm>
              <a:off x="1729767" y="4670106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2532070" y="4262674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타원 46"/>
            <p:cNvSpPr/>
            <p:nvPr/>
          </p:nvSpPr>
          <p:spPr>
            <a:xfrm>
              <a:off x="649767" y="1322793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/>
            <p:cNvCxnSpPr/>
            <p:nvPr/>
          </p:nvCxnSpPr>
          <p:spPr>
            <a:xfrm>
              <a:off x="1729767" y="1862793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2427073" y="1459559"/>
              <a:ext cx="17700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불가능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오른쪽 중괄호 69"/>
            <p:cNvSpPr/>
            <p:nvPr/>
          </p:nvSpPr>
          <p:spPr>
            <a:xfrm>
              <a:off x="11796000" y="3897156"/>
              <a:ext cx="396000" cy="1584000"/>
            </a:xfrm>
            <a:prstGeom prst="rightBrac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2496261" y="4504490"/>
              <a:ext cx="26677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생성자를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통한 속성 초기화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개체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5952625"/>
              </p:ext>
            </p:extLst>
          </p:nvPr>
        </p:nvGraphicFramePr>
        <p:xfrm>
          <a:off x="2573338" y="719138"/>
          <a:ext cx="7043737" cy="541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워크시트" r:id="rId3" imgW="22637898" imgH="17411877" progId="Excel.Sheet.12">
                  <p:embed/>
                </p:oleObj>
              </mc:Choice>
              <mc:Fallback>
                <p:oleObj name="워크시트" r:id="rId3" imgW="22637898" imgH="1741187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73338" y="719138"/>
                        <a:ext cx="7043737" cy="541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1672</TotalTime>
  <Words>197</Words>
  <Application>Microsoft Office PowerPoint</Application>
  <PresentationFormat>와이드스크린</PresentationFormat>
  <Paragraphs>100</Paragraphs>
  <Slides>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나눔스퀘어 Bold</vt:lpstr>
      <vt:lpstr>맑은 고딕</vt:lpstr>
      <vt:lpstr>Arial</vt:lpstr>
      <vt:lpstr>Office 테마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101</cp:revision>
  <dcterms:created xsi:type="dcterms:W3CDTF">2026-08-04T06:26:42Z</dcterms:created>
  <dcterms:modified xsi:type="dcterms:W3CDTF">2026-08-15T12:37:41Z</dcterms:modified>
</cp:coreProperties>
</file>