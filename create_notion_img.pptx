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9" r:id="rId4"/>
    <p:sldId id="257" r:id="rId5"/>
    <p:sldId id="258" r:id="rId6"/>
    <p:sldId id="263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5D45"/>
    <a:srgbClr val="FFFFFF"/>
    <a:srgbClr val="404040"/>
    <a:srgbClr val="E7E6E6"/>
    <a:srgbClr val="D0CECE"/>
    <a:srgbClr val="7F7F7F"/>
    <a:srgbClr val="FFD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447" autoAdjust="0"/>
    <p:restoredTop sz="94660"/>
  </p:normalViewPr>
  <p:slideViewPr>
    <p:cSldViewPr snapToGrid="0">
      <p:cViewPr>
        <p:scale>
          <a:sx n="50" d="100"/>
          <a:sy n="50" d="100"/>
        </p:scale>
        <p:origin x="690" y="15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358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967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961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6015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304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7497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7692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5666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0426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255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7936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37CE1A-8831-48B5-BA93-72483C6E34E8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2200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그룹 72"/>
          <p:cNvGrpSpPr/>
          <p:nvPr/>
        </p:nvGrpSpPr>
        <p:grpSpPr>
          <a:xfrm>
            <a:off x="649767" y="767507"/>
            <a:ext cx="14514212" cy="5304499"/>
            <a:chOff x="649767" y="767507"/>
            <a:chExt cx="14514212" cy="5304499"/>
          </a:xfrm>
        </p:grpSpPr>
        <p:sp>
          <p:nvSpPr>
            <p:cNvPr id="69" name="모서리가 둥근 직사각형 68"/>
            <p:cNvSpPr/>
            <p:nvPr/>
          </p:nvSpPr>
          <p:spPr>
            <a:xfrm>
              <a:off x="5210623" y="3192006"/>
              <a:ext cx="6480000" cy="2880000"/>
            </a:xfrm>
            <a:prstGeom prst="roundRect">
              <a:avLst>
                <a:gd name="adj" fmla="val 5620"/>
              </a:avLst>
            </a:prstGeom>
            <a:solidFill>
              <a:schemeClr val="bg2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public </a:t>
              </a:r>
              <a:r>
                <a:rPr lang="en-US" altLang="ko-KR" sz="2000" dirty="0" err="1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oolingSystem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(String color) {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power = false;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targetTemperature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= 18;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dateOfManufacture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=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getSystemDateTime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();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this.color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= color;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}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" name="모서리가 둥근 직사각형 1"/>
            <p:cNvSpPr/>
            <p:nvPr/>
          </p:nvSpPr>
          <p:spPr>
            <a:xfrm>
              <a:off x="5210623" y="767507"/>
              <a:ext cx="6480000" cy="2160000"/>
            </a:xfrm>
            <a:prstGeom prst="roundRect">
              <a:avLst>
                <a:gd name="adj" fmla="val 5620"/>
              </a:avLst>
            </a:prstGeom>
            <a:solidFill>
              <a:schemeClr val="bg2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private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boolean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power;		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전원</a:t>
              </a:r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private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targetTemperature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;	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희망 온도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private String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dateOfManufacture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;	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제조일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private String color;			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색상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4" name="타원 3"/>
            <p:cNvSpPr/>
            <p:nvPr/>
          </p:nvSpPr>
          <p:spPr>
            <a:xfrm>
              <a:off x="649767" y="4130106"/>
              <a:ext cx="1080000" cy="1080000"/>
            </a:xfrm>
            <a:prstGeom prst="ellipse">
              <a:avLst/>
            </a:prstGeom>
            <a:solidFill>
              <a:schemeClr val="accent2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6" name="직선 화살표 연결선 5"/>
            <p:cNvCxnSpPr/>
            <p:nvPr/>
          </p:nvCxnSpPr>
          <p:spPr>
            <a:xfrm>
              <a:off x="1729767" y="4670106"/>
              <a:ext cx="3420000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2532070" y="4262674"/>
              <a:ext cx="15600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외부 접근 가능</a:t>
              </a:r>
              <a:endParaRPr lang="ko-KR" altLang="en-US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47" name="타원 46"/>
            <p:cNvSpPr/>
            <p:nvPr/>
          </p:nvSpPr>
          <p:spPr>
            <a:xfrm>
              <a:off x="649767" y="1322793"/>
              <a:ext cx="1080000" cy="1080000"/>
            </a:xfrm>
            <a:prstGeom prst="ellipse">
              <a:avLst/>
            </a:prstGeom>
            <a:solidFill>
              <a:schemeClr val="accent2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48" name="직선 화살표 연결선 47"/>
            <p:cNvCxnSpPr/>
            <p:nvPr/>
          </p:nvCxnSpPr>
          <p:spPr>
            <a:xfrm>
              <a:off x="1729767" y="1862793"/>
              <a:ext cx="3420000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/>
            <p:cNvSpPr txBox="1"/>
            <p:nvPr/>
          </p:nvSpPr>
          <p:spPr>
            <a:xfrm>
              <a:off x="2427073" y="1459559"/>
              <a:ext cx="17700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외부 접근 불가능</a:t>
              </a:r>
              <a:endParaRPr lang="ko-KR" altLang="en-US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70" name="오른쪽 중괄호 69"/>
            <p:cNvSpPr/>
            <p:nvPr/>
          </p:nvSpPr>
          <p:spPr>
            <a:xfrm>
              <a:off x="11796000" y="3897156"/>
              <a:ext cx="396000" cy="1584000"/>
            </a:xfrm>
            <a:prstGeom prst="rightBrac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12496261" y="4504490"/>
              <a:ext cx="26677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생성자를</a:t>
              </a:r>
              <a:r>
                <a:rPr lang="ko-KR" altLang="en-US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통한 속성 초기화</a:t>
              </a:r>
              <a:endParaRPr lang="ko-KR" altLang="en-US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400702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4" name="그룹 113"/>
          <p:cNvGrpSpPr/>
          <p:nvPr/>
        </p:nvGrpSpPr>
        <p:grpSpPr>
          <a:xfrm>
            <a:off x="2120900" y="138525"/>
            <a:ext cx="6691142" cy="5087448"/>
            <a:chOff x="2120900" y="138525"/>
            <a:chExt cx="6691142" cy="5087448"/>
          </a:xfrm>
        </p:grpSpPr>
        <p:sp>
          <p:nvSpPr>
            <p:cNvPr id="15" name="직사각형 14"/>
            <p:cNvSpPr/>
            <p:nvPr/>
          </p:nvSpPr>
          <p:spPr>
            <a:xfrm>
              <a:off x="2120900" y="1078637"/>
              <a:ext cx="6691142" cy="101566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ko-KR" sz="6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String </a:t>
              </a:r>
              <a:r>
                <a:rPr lang="en-US" altLang="ko-KR" sz="60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str</a:t>
              </a:r>
              <a:r>
                <a:rPr lang="en-US" altLang="ko-KR" sz="6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= “Hello”</a:t>
              </a:r>
              <a:endParaRPr lang="en-US" altLang="ko-KR" sz="6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2465069" y="138526"/>
              <a:ext cx="168828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String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키워드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4794036" y="138526"/>
              <a:ext cx="6527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변수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1" name="아래쪽 화살표 30"/>
            <p:cNvSpPr/>
            <p:nvPr/>
          </p:nvSpPr>
          <p:spPr>
            <a:xfrm rot="10800000" flipH="1" flipV="1">
              <a:off x="3129211" y="538637"/>
              <a:ext cx="360000" cy="540000"/>
            </a:xfrm>
            <a:prstGeom prst="down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6561569" y="138525"/>
              <a:ext cx="218521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담은 문자열 데이터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3" name="아래쪽 화살표 32"/>
            <p:cNvSpPr/>
            <p:nvPr/>
          </p:nvSpPr>
          <p:spPr>
            <a:xfrm rot="10800000" flipH="1" flipV="1">
              <a:off x="7474177" y="538636"/>
              <a:ext cx="360000" cy="540000"/>
            </a:xfrm>
            <a:prstGeom prst="down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43" name="아래쪽 화살표 42"/>
            <p:cNvSpPr/>
            <p:nvPr/>
          </p:nvSpPr>
          <p:spPr>
            <a:xfrm rot="10800000" flipH="1" flipV="1">
              <a:off x="4940408" y="538637"/>
              <a:ext cx="360000" cy="540000"/>
            </a:xfrm>
            <a:prstGeom prst="down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grpSp>
          <p:nvGrpSpPr>
            <p:cNvPr id="34" name="그룹 33"/>
            <p:cNvGrpSpPr/>
            <p:nvPr/>
          </p:nvGrpSpPr>
          <p:grpSpPr>
            <a:xfrm>
              <a:off x="2442472" y="2634300"/>
              <a:ext cx="6047998" cy="2591673"/>
              <a:chOff x="5498280" y="2634304"/>
              <a:chExt cx="6047998" cy="2591673"/>
            </a:xfrm>
          </p:grpSpPr>
          <p:sp>
            <p:nvSpPr>
              <p:cNvPr id="44" name="직사각형 43"/>
              <p:cNvSpPr>
                <a:spLocks noChangeAspect="1"/>
              </p:cNvSpPr>
              <p:nvPr/>
            </p:nvSpPr>
            <p:spPr>
              <a:xfrm>
                <a:off x="7226280" y="2634308"/>
                <a:ext cx="864000" cy="863891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endParaRPr>
              </a:p>
            </p:txBody>
          </p:sp>
          <p:sp>
            <p:nvSpPr>
              <p:cNvPr id="46" name="직사각형 45"/>
              <p:cNvSpPr>
                <a:spLocks noChangeAspect="1"/>
              </p:cNvSpPr>
              <p:nvPr/>
            </p:nvSpPr>
            <p:spPr>
              <a:xfrm>
                <a:off x="8090280" y="2634308"/>
                <a:ext cx="864000" cy="863891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endParaRPr>
              </a:p>
            </p:txBody>
          </p:sp>
          <p:sp>
            <p:nvSpPr>
              <p:cNvPr id="48" name="직사각형 47"/>
              <p:cNvSpPr>
                <a:spLocks noChangeAspect="1"/>
              </p:cNvSpPr>
              <p:nvPr/>
            </p:nvSpPr>
            <p:spPr>
              <a:xfrm>
                <a:off x="8954279" y="2634308"/>
                <a:ext cx="864000" cy="863891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endParaRPr>
              </a:p>
            </p:txBody>
          </p:sp>
          <p:sp>
            <p:nvSpPr>
              <p:cNvPr id="50" name="직사각형 49"/>
              <p:cNvSpPr>
                <a:spLocks noChangeAspect="1"/>
              </p:cNvSpPr>
              <p:nvPr/>
            </p:nvSpPr>
            <p:spPr>
              <a:xfrm>
                <a:off x="9818279" y="2634308"/>
                <a:ext cx="864000" cy="863891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endParaRPr>
              </a:p>
            </p:txBody>
          </p:sp>
          <p:sp>
            <p:nvSpPr>
              <p:cNvPr id="52" name="직사각형 51"/>
              <p:cNvSpPr>
                <a:spLocks noChangeAspect="1"/>
              </p:cNvSpPr>
              <p:nvPr/>
            </p:nvSpPr>
            <p:spPr>
              <a:xfrm>
                <a:off x="10682278" y="2634308"/>
                <a:ext cx="864000" cy="863891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endParaRPr>
              </a:p>
            </p:txBody>
          </p:sp>
          <p:sp>
            <p:nvSpPr>
              <p:cNvPr id="54" name="직사각형 53"/>
              <p:cNvSpPr>
                <a:spLocks noChangeAspect="1"/>
              </p:cNvSpPr>
              <p:nvPr/>
            </p:nvSpPr>
            <p:spPr>
              <a:xfrm>
                <a:off x="7226280" y="3498199"/>
                <a:ext cx="864000" cy="863891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2400" dirty="0" err="1">
                    <a:solidFill>
                      <a:schemeClr val="tx1"/>
                    </a:solidFill>
                    <a:latin typeface="나눔스퀘어 Bold" panose="020B0600000101010101" pitchFamily="50" charset="-127"/>
                    <a:ea typeface="나눔스퀘어 Bold" panose="020B0600000101010101" pitchFamily="50" charset="-127"/>
                  </a:rPr>
                  <a:t>e</a:t>
                </a:r>
                <a:endParaRPr lang="ko-KR" altLang="en-US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endParaRPr>
              </a:p>
            </p:txBody>
          </p:sp>
          <p:sp>
            <p:nvSpPr>
              <p:cNvPr id="56" name="직사각형 55"/>
              <p:cNvSpPr>
                <a:spLocks noChangeAspect="1"/>
              </p:cNvSpPr>
              <p:nvPr/>
            </p:nvSpPr>
            <p:spPr>
              <a:xfrm>
                <a:off x="8090280" y="3498199"/>
                <a:ext cx="864000" cy="863891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2400" dirty="0" err="1">
                    <a:solidFill>
                      <a:schemeClr val="tx1"/>
                    </a:solidFill>
                    <a:latin typeface="나눔스퀘어 Bold" panose="020B0600000101010101" pitchFamily="50" charset="-127"/>
                    <a:ea typeface="나눔스퀘어 Bold" panose="020B0600000101010101" pitchFamily="50" charset="-127"/>
                  </a:rPr>
                  <a:t>l</a:t>
                </a:r>
                <a:endParaRPr lang="ko-KR" altLang="en-US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endParaRPr>
              </a:p>
            </p:txBody>
          </p:sp>
          <p:sp>
            <p:nvSpPr>
              <p:cNvPr id="60" name="직사각형 59"/>
              <p:cNvSpPr>
                <a:spLocks noChangeAspect="1"/>
              </p:cNvSpPr>
              <p:nvPr/>
            </p:nvSpPr>
            <p:spPr>
              <a:xfrm>
                <a:off x="8954279" y="3498199"/>
                <a:ext cx="864000" cy="863891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2400" dirty="0" err="1">
                    <a:solidFill>
                      <a:schemeClr val="tx1"/>
                    </a:solidFill>
                    <a:latin typeface="나눔스퀘어 Bold" panose="020B0600000101010101" pitchFamily="50" charset="-127"/>
                    <a:ea typeface="나눔스퀘어 Bold" panose="020B0600000101010101" pitchFamily="50" charset="-127"/>
                  </a:rPr>
                  <a:t>l</a:t>
                </a:r>
                <a:endParaRPr lang="ko-KR" altLang="en-US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endParaRPr>
              </a:p>
            </p:txBody>
          </p:sp>
          <p:sp>
            <p:nvSpPr>
              <p:cNvPr id="63" name="직사각형 62"/>
              <p:cNvSpPr>
                <a:spLocks noChangeAspect="1"/>
              </p:cNvSpPr>
              <p:nvPr/>
            </p:nvSpPr>
            <p:spPr>
              <a:xfrm>
                <a:off x="9818279" y="3498199"/>
                <a:ext cx="864000" cy="863891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2400" dirty="0" err="1">
                    <a:solidFill>
                      <a:schemeClr val="tx1"/>
                    </a:solidFill>
                    <a:latin typeface="나눔스퀘어 Bold" panose="020B0600000101010101" pitchFamily="50" charset="-127"/>
                    <a:ea typeface="나눔스퀘어 Bold" panose="020B0600000101010101" pitchFamily="50" charset="-127"/>
                  </a:rPr>
                  <a:t>o</a:t>
                </a:r>
                <a:endParaRPr lang="ko-KR" altLang="en-US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endParaRPr>
              </a:p>
            </p:txBody>
          </p:sp>
          <p:sp>
            <p:nvSpPr>
              <p:cNvPr id="65" name="직사각형 64"/>
              <p:cNvSpPr>
                <a:spLocks noChangeAspect="1"/>
              </p:cNvSpPr>
              <p:nvPr/>
            </p:nvSpPr>
            <p:spPr>
              <a:xfrm>
                <a:off x="10682278" y="3498199"/>
                <a:ext cx="864000" cy="863891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endParaRPr>
              </a:p>
            </p:txBody>
          </p:sp>
          <p:sp>
            <p:nvSpPr>
              <p:cNvPr id="67" name="직사각형 66"/>
              <p:cNvSpPr>
                <a:spLocks noChangeAspect="1"/>
              </p:cNvSpPr>
              <p:nvPr/>
            </p:nvSpPr>
            <p:spPr>
              <a:xfrm>
                <a:off x="7226280" y="4362086"/>
                <a:ext cx="864000" cy="863891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endParaRPr>
              </a:p>
            </p:txBody>
          </p:sp>
          <p:sp>
            <p:nvSpPr>
              <p:cNvPr id="71" name="직사각형 70"/>
              <p:cNvSpPr>
                <a:spLocks noChangeAspect="1"/>
              </p:cNvSpPr>
              <p:nvPr/>
            </p:nvSpPr>
            <p:spPr>
              <a:xfrm>
                <a:off x="8090280" y="4362086"/>
                <a:ext cx="864000" cy="863891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endParaRPr>
              </a:p>
            </p:txBody>
          </p:sp>
          <p:sp>
            <p:nvSpPr>
              <p:cNvPr id="73" name="직사각형 72"/>
              <p:cNvSpPr>
                <a:spLocks noChangeAspect="1"/>
              </p:cNvSpPr>
              <p:nvPr/>
            </p:nvSpPr>
            <p:spPr>
              <a:xfrm>
                <a:off x="8954279" y="4362086"/>
                <a:ext cx="864000" cy="863891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endParaRPr>
              </a:p>
            </p:txBody>
          </p:sp>
          <p:sp>
            <p:nvSpPr>
              <p:cNvPr id="75" name="직사각형 74"/>
              <p:cNvSpPr>
                <a:spLocks noChangeAspect="1"/>
              </p:cNvSpPr>
              <p:nvPr/>
            </p:nvSpPr>
            <p:spPr>
              <a:xfrm>
                <a:off x="9818279" y="4362086"/>
                <a:ext cx="864000" cy="863891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endParaRPr>
              </a:p>
            </p:txBody>
          </p:sp>
          <p:sp>
            <p:nvSpPr>
              <p:cNvPr id="77" name="직사각형 76"/>
              <p:cNvSpPr>
                <a:spLocks noChangeAspect="1"/>
              </p:cNvSpPr>
              <p:nvPr/>
            </p:nvSpPr>
            <p:spPr>
              <a:xfrm>
                <a:off x="10682278" y="4362086"/>
                <a:ext cx="864000" cy="863891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endParaRPr>
              </a:p>
            </p:txBody>
          </p:sp>
          <p:sp>
            <p:nvSpPr>
              <p:cNvPr id="79" name="직사각형 78"/>
              <p:cNvSpPr>
                <a:spLocks noChangeAspect="1"/>
              </p:cNvSpPr>
              <p:nvPr/>
            </p:nvSpPr>
            <p:spPr>
              <a:xfrm>
                <a:off x="5498280" y="2634304"/>
                <a:ext cx="864000" cy="863891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endParaRPr>
              </a:p>
            </p:txBody>
          </p:sp>
          <p:sp>
            <p:nvSpPr>
              <p:cNvPr id="80" name="직사각형 79"/>
              <p:cNvSpPr>
                <a:spLocks noChangeAspect="1"/>
              </p:cNvSpPr>
              <p:nvPr/>
            </p:nvSpPr>
            <p:spPr>
              <a:xfrm>
                <a:off x="6362279" y="2634304"/>
                <a:ext cx="864000" cy="863891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endParaRPr>
              </a:p>
            </p:txBody>
          </p:sp>
          <p:sp>
            <p:nvSpPr>
              <p:cNvPr id="81" name="직사각형 80"/>
              <p:cNvSpPr>
                <a:spLocks noChangeAspect="1"/>
              </p:cNvSpPr>
              <p:nvPr/>
            </p:nvSpPr>
            <p:spPr>
              <a:xfrm>
                <a:off x="5498280" y="3498195"/>
                <a:ext cx="864000" cy="863891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endParaRPr>
              </a:p>
            </p:txBody>
          </p:sp>
          <p:sp>
            <p:nvSpPr>
              <p:cNvPr id="82" name="직사각형 81"/>
              <p:cNvSpPr>
                <a:spLocks noChangeAspect="1"/>
              </p:cNvSpPr>
              <p:nvPr/>
            </p:nvSpPr>
            <p:spPr>
              <a:xfrm>
                <a:off x="6362279" y="3498195"/>
                <a:ext cx="864000" cy="863891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2400" dirty="0" err="1">
                    <a:solidFill>
                      <a:schemeClr val="tx1"/>
                    </a:solidFill>
                    <a:latin typeface="나눔스퀘어 Bold" panose="020B0600000101010101" pitchFamily="50" charset="-127"/>
                    <a:ea typeface="나눔스퀘어 Bold" panose="020B0600000101010101" pitchFamily="50" charset="-127"/>
                  </a:rPr>
                  <a:t>H</a:t>
                </a:r>
                <a:endParaRPr lang="ko-KR" altLang="en-US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endParaRPr>
              </a:p>
            </p:txBody>
          </p:sp>
          <p:sp>
            <p:nvSpPr>
              <p:cNvPr id="83" name="직사각형 82"/>
              <p:cNvSpPr>
                <a:spLocks noChangeAspect="1"/>
              </p:cNvSpPr>
              <p:nvPr/>
            </p:nvSpPr>
            <p:spPr>
              <a:xfrm>
                <a:off x="5498280" y="4362082"/>
                <a:ext cx="864000" cy="863891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endParaRPr>
              </a:p>
            </p:txBody>
          </p:sp>
          <p:sp>
            <p:nvSpPr>
              <p:cNvPr id="84" name="직사각형 83"/>
              <p:cNvSpPr>
                <a:spLocks noChangeAspect="1"/>
              </p:cNvSpPr>
              <p:nvPr/>
            </p:nvSpPr>
            <p:spPr>
              <a:xfrm>
                <a:off x="6362279" y="4362082"/>
                <a:ext cx="864000" cy="863891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endParaRPr>
              </a:p>
            </p:txBody>
          </p:sp>
        </p:grpSp>
        <p:sp>
          <p:nvSpPr>
            <p:cNvPr id="35" name="직사각형 34"/>
            <p:cNvSpPr/>
            <p:nvPr/>
          </p:nvSpPr>
          <p:spPr>
            <a:xfrm>
              <a:off x="3205035" y="3422306"/>
              <a:ext cx="4522872" cy="1015659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모서리가 둥근 직사각형 41"/>
            <p:cNvSpPr/>
            <p:nvPr/>
          </p:nvSpPr>
          <p:spPr>
            <a:xfrm>
              <a:off x="4746471" y="3091095"/>
              <a:ext cx="1440000" cy="54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8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“Hello”</a:t>
              </a:r>
              <a:endParaRPr lang="ko-KR" altLang="en-US" sz="28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579898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직사각형 80"/>
          <p:cNvSpPr>
            <a:spLocks noChangeAspect="1"/>
          </p:cNvSpPr>
          <p:nvPr/>
        </p:nvSpPr>
        <p:spPr>
          <a:xfrm>
            <a:off x="1187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/>
          <p:cNvSpPr txBox="1"/>
          <p:nvPr/>
        </p:nvSpPr>
        <p:spPr>
          <a:xfrm>
            <a:off x="1133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6" name="직사각형 85"/>
          <p:cNvSpPr>
            <a:spLocks noChangeAspect="1"/>
          </p:cNvSpPr>
          <p:nvPr/>
        </p:nvSpPr>
        <p:spPr>
          <a:xfrm>
            <a:off x="2051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/>
          <p:cNvSpPr txBox="1"/>
          <p:nvPr/>
        </p:nvSpPr>
        <p:spPr>
          <a:xfrm>
            <a:off x="1997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8" name="직사각형 87"/>
          <p:cNvSpPr>
            <a:spLocks noChangeAspect="1"/>
          </p:cNvSpPr>
          <p:nvPr/>
        </p:nvSpPr>
        <p:spPr>
          <a:xfrm>
            <a:off x="2915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/>
          <p:cNvSpPr txBox="1"/>
          <p:nvPr/>
        </p:nvSpPr>
        <p:spPr>
          <a:xfrm>
            <a:off x="2861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0" name="직사각형 89"/>
          <p:cNvSpPr>
            <a:spLocks noChangeAspect="1"/>
          </p:cNvSpPr>
          <p:nvPr/>
        </p:nvSpPr>
        <p:spPr>
          <a:xfrm>
            <a:off x="3779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/>
          <p:cNvSpPr txBox="1"/>
          <p:nvPr/>
        </p:nvSpPr>
        <p:spPr>
          <a:xfrm>
            <a:off x="3725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2" name="직사각형 91"/>
          <p:cNvSpPr>
            <a:spLocks noChangeAspect="1"/>
          </p:cNvSpPr>
          <p:nvPr/>
        </p:nvSpPr>
        <p:spPr>
          <a:xfrm>
            <a:off x="4643770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xtBox 92"/>
          <p:cNvSpPr txBox="1"/>
          <p:nvPr/>
        </p:nvSpPr>
        <p:spPr>
          <a:xfrm>
            <a:off x="4589541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4" name="직사각형 93"/>
          <p:cNvSpPr>
            <a:spLocks noChangeAspect="1"/>
          </p:cNvSpPr>
          <p:nvPr/>
        </p:nvSpPr>
        <p:spPr>
          <a:xfrm>
            <a:off x="1187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/>
          <p:cNvSpPr txBox="1"/>
          <p:nvPr/>
        </p:nvSpPr>
        <p:spPr>
          <a:xfrm>
            <a:off x="1133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6" name="직사각형 95"/>
          <p:cNvSpPr>
            <a:spLocks noChangeAspect="1"/>
          </p:cNvSpPr>
          <p:nvPr/>
        </p:nvSpPr>
        <p:spPr>
          <a:xfrm>
            <a:off x="2051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/>
          <p:cNvSpPr txBox="1"/>
          <p:nvPr/>
        </p:nvSpPr>
        <p:spPr>
          <a:xfrm>
            <a:off x="1997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8" name="직사각형 97"/>
          <p:cNvSpPr>
            <a:spLocks noChangeAspect="1"/>
          </p:cNvSpPr>
          <p:nvPr/>
        </p:nvSpPr>
        <p:spPr>
          <a:xfrm>
            <a:off x="2915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/>
          <p:cNvSpPr txBox="1"/>
          <p:nvPr/>
        </p:nvSpPr>
        <p:spPr>
          <a:xfrm>
            <a:off x="2861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0" name="직사각형 99"/>
          <p:cNvSpPr>
            <a:spLocks noChangeAspect="1"/>
          </p:cNvSpPr>
          <p:nvPr/>
        </p:nvSpPr>
        <p:spPr>
          <a:xfrm>
            <a:off x="3779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/>
          <p:cNvSpPr txBox="1"/>
          <p:nvPr/>
        </p:nvSpPr>
        <p:spPr>
          <a:xfrm>
            <a:off x="3725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2" name="직사각형 101"/>
          <p:cNvSpPr>
            <a:spLocks noChangeAspect="1"/>
          </p:cNvSpPr>
          <p:nvPr/>
        </p:nvSpPr>
        <p:spPr>
          <a:xfrm>
            <a:off x="4643770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/>
          <p:cNvSpPr txBox="1"/>
          <p:nvPr/>
        </p:nvSpPr>
        <p:spPr>
          <a:xfrm>
            <a:off x="4589541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4" name="직사각형 103"/>
          <p:cNvSpPr>
            <a:spLocks noChangeAspect="1"/>
          </p:cNvSpPr>
          <p:nvPr/>
        </p:nvSpPr>
        <p:spPr>
          <a:xfrm>
            <a:off x="1187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TextBox 104"/>
          <p:cNvSpPr txBox="1"/>
          <p:nvPr/>
        </p:nvSpPr>
        <p:spPr>
          <a:xfrm>
            <a:off x="1133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6" name="직사각형 105"/>
          <p:cNvSpPr>
            <a:spLocks noChangeAspect="1"/>
          </p:cNvSpPr>
          <p:nvPr/>
        </p:nvSpPr>
        <p:spPr>
          <a:xfrm>
            <a:off x="2051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TextBox 106"/>
          <p:cNvSpPr txBox="1"/>
          <p:nvPr/>
        </p:nvSpPr>
        <p:spPr>
          <a:xfrm>
            <a:off x="1997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8" name="직사각형 107"/>
          <p:cNvSpPr>
            <a:spLocks noChangeAspect="1"/>
          </p:cNvSpPr>
          <p:nvPr/>
        </p:nvSpPr>
        <p:spPr>
          <a:xfrm>
            <a:off x="2915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/>
          <p:cNvSpPr txBox="1"/>
          <p:nvPr/>
        </p:nvSpPr>
        <p:spPr>
          <a:xfrm>
            <a:off x="2861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0" name="직사각형 109"/>
          <p:cNvSpPr>
            <a:spLocks noChangeAspect="1"/>
          </p:cNvSpPr>
          <p:nvPr/>
        </p:nvSpPr>
        <p:spPr>
          <a:xfrm>
            <a:off x="3779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TextBox 110"/>
          <p:cNvSpPr txBox="1"/>
          <p:nvPr/>
        </p:nvSpPr>
        <p:spPr>
          <a:xfrm>
            <a:off x="3725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2" name="직사각형 111"/>
          <p:cNvSpPr>
            <a:spLocks noChangeAspect="1"/>
          </p:cNvSpPr>
          <p:nvPr/>
        </p:nvSpPr>
        <p:spPr>
          <a:xfrm>
            <a:off x="4643770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TextBox 112"/>
          <p:cNvSpPr txBox="1"/>
          <p:nvPr/>
        </p:nvSpPr>
        <p:spPr>
          <a:xfrm>
            <a:off x="4589541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4" name="직사각형 113"/>
          <p:cNvSpPr>
            <a:spLocks noChangeAspect="1"/>
          </p:cNvSpPr>
          <p:nvPr/>
        </p:nvSpPr>
        <p:spPr>
          <a:xfrm>
            <a:off x="6451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/>
          <p:cNvSpPr txBox="1"/>
          <p:nvPr/>
        </p:nvSpPr>
        <p:spPr>
          <a:xfrm>
            <a:off x="6396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6" name="직사각형 115"/>
          <p:cNvSpPr>
            <a:spLocks noChangeAspect="1"/>
          </p:cNvSpPr>
          <p:nvPr/>
        </p:nvSpPr>
        <p:spPr>
          <a:xfrm>
            <a:off x="7315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TextBox 116"/>
          <p:cNvSpPr txBox="1"/>
          <p:nvPr/>
        </p:nvSpPr>
        <p:spPr>
          <a:xfrm>
            <a:off x="7260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8" name="직사각형 117"/>
          <p:cNvSpPr>
            <a:spLocks noChangeAspect="1"/>
          </p:cNvSpPr>
          <p:nvPr/>
        </p:nvSpPr>
        <p:spPr>
          <a:xfrm>
            <a:off x="8179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TextBox 118"/>
          <p:cNvSpPr txBox="1"/>
          <p:nvPr/>
        </p:nvSpPr>
        <p:spPr>
          <a:xfrm>
            <a:off x="8124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0" name="직사각형 119"/>
          <p:cNvSpPr>
            <a:spLocks noChangeAspect="1"/>
          </p:cNvSpPr>
          <p:nvPr/>
        </p:nvSpPr>
        <p:spPr>
          <a:xfrm>
            <a:off x="9043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/>
          <p:cNvSpPr txBox="1"/>
          <p:nvPr/>
        </p:nvSpPr>
        <p:spPr>
          <a:xfrm>
            <a:off x="8988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2" name="직사각형 121"/>
          <p:cNvSpPr>
            <a:spLocks noChangeAspect="1"/>
          </p:cNvSpPr>
          <p:nvPr/>
        </p:nvSpPr>
        <p:spPr>
          <a:xfrm>
            <a:off x="9907194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TextBox 122"/>
          <p:cNvSpPr txBox="1"/>
          <p:nvPr/>
        </p:nvSpPr>
        <p:spPr>
          <a:xfrm>
            <a:off x="9852965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4" name="직사각형 123"/>
          <p:cNvSpPr>
            <a:spLocks noChangeAspect="1"/>
          </p:cNvSpPr>
          <p:nvPr/>
        </p:nvSpPr>
        <p:spPr>
          <a:xfrm>
            <a:off x="6451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TextBox 124"/>
          <p:cNvSpPr txBox="1"/>
          <p:nvPr/>
        </p:nvSpPr>
        <p:spPr>
          <a:xfrm>
            <a:off x="6396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6" name="직사각형 125"/>
          <p:cNvSpPr>
            <a:spLocks noChangeAspect="1"/>
          </p:cNvSpPr>
          <p:nvPr/>
        </p:nvSpPr>
        <p:spPr>
          <a:xfrm>
            <a:off x="7315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TextBox 126"/>
          <p:cNvSpPr txBox="1"/>
          <p:nvPr/>
        </p:nvSpPr>
        <p:spPr>
          <a:xfrm>
            <a:off x="7260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8" name="직사각형 127"/>
          <p:cNvSpPr>
            <a:spLocks noChangeAspect="1"/>
          </p:cNvSpPr>
          <p:nvPr/>
        </p:nvSpPr>
        <p:spPr>
          <a:xfrm>
            <a:off x="8179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/>
          <p:cNvSpPr txBox="1"/>
          <p:nvPr/>
        </p:nvSpPr>
        <p:spPr>
          <a:xfrm>
            <a:off x="8124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0" name="직사각형 129"/>
          <p:cNvSpPr>
            <a:spLocks noChangeAspect="1"/>
          </p:cNvSpPr>
          <p:nvPr/>
        </p:nvSpPr>
        <p:spPr>
          <a:xfrm>
            <a:off x="9043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TextBox 130"/>
          <p:cNvSpPr txBox="1"/>
          <p:nvPr/>
        </p:nvSpPr>
        <p:spPr>
          <a:xfrm>
            <a:off x="8988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2" name="직사각형 131"/>
          <p:cNvSpPr>
            <a:spLocks noChangeAspect="1"/>
          </p:cNvSpPr>
          <p:nvPr/>
        </p:nvSpPr>
        <p:spPr>
          <a:xfrm>
            <a:off x="9907194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TextBox 132"/>
          <p:cNvSpPr txBox="1"/>
          <p:nvPr/>
        </p:nvSpPr>
        <p:spPr>
          <a:xfrm>
            <a:off x="9852965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4" name="직사각형 133"/>
          <p:cNvSpPr>
            <a:spLocks noChangeAspect="1"/>
          </p:cNvSpPr>
          <p:nvPr/>
        </p:nvSpPr>
        <p:spPr>
          <a:xfrm>
            <a:off x="6451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TextBox 134"/>
          <p:cNvSpPr txBox="1"/>
          <p:nvPr/>
        </p:nvSpPr>
        <p:spPr>
          <a:xfrm>
            <a:off x="6396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6" name="직사각형 135"/>
          <p:cNvSpPr>
            <a:spLocks noChangeAspect="1"/>
          </p:cNvSpPr>
          <p:nvPr/>
        </p:nvSpPr>
        <p:spPr>
          <a:xfrm>
            <a:off x="7315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TextBox 136"/>
          <p:cNvSpPr txBox="1"/>
          <p:nvPr/>
        </p:nvSpPr>
        <p:spPr>
          <a:xfrm>
            <a:off x="7260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8" name="직사각형 137"/>
          <p:cNvSpPr>
            <a:spLocks noChangeAspect="1"/>
          </p:cNvSpPr>
          <p:nvPr/>
        </p:nvSpPr>
        <p:spPr>
          <a:xfrm>
            <a:off x="8179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TextBox 138"/>
          <p:cNvSpPr txBox="1"/>
          <p:nvPr/>
        </p:nvSpPr>
        <p:spPr>
          <a:xfrm>
            <a:off x="8124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0" name="직사각형 139"/>
          <p:cNvSpPr>
            <a:spLocks noChangeAspect="1"/>
          </p:cNvSpPr>
          <p:nvPr/>
        </p:nvSpPr>
        <p:spPr>
          <a:xfrm>
            <a:off x="9043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1" name="TextBox 140"/>
          <p:cNvSpPr txBox="1"/>
          <p:nvPr/>
        </p:nvSpPr>
        <p:spPr>
          <a:xfrm>
            <a:off x="8988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2" name="직사각형 141"/>
          <p:cNvSpPr>
            <a:spLocks noChangeAspect="1"/>
          </p:cNvSpPr>
          <p:nvPr/>
        </p:nvSpPr>
        <p:spPr>
          <a:xfrm>
            <a:off x="9907194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TextBox 142"/>
          <p:cNvSpPr txBox="1"/>
          <p:nvPr/>
        </p:nvSpPr>
        <p:spPr>
          <a:xfrm>
            <a:off x="9852965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4" name="직사각형 143"/>
          <p:cNvSpPr>
            <a:spLocks noChangeAspect="1"/>
          </p:cNvSpPr>
          <p:nvPr/>
        </p:nvSpPr>
        <p:spPr>
          <a:xfrm>
            <a:off x="1198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/>
          <p:cNvSpPr txBox="1"/>
          <p:nvPr/>
        </p:nvSpPr>
        <p:spPr>
          <a:xfrm>
            <a:off x="1144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6" name="직사각형 145"/>
          <p:cNvSpPr>
            <a:spLocks noChangeAspect="1"/>
          </p:cNvSpPr>
          <p:nvPr/>
        </p:nvSpPr>
        <p:spPr>
          <a:xfrm>
            <a:off x="2062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TextBox 146"/>
          <p:cNvSpPr txBox="1"/>
          <p:nvPr/>
        </p:nvSpPr>
        <p:spPr>
          <a:xfrm>
            <a:off x="2008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8" name="직사각형 147"/>
          <p:cNvSpPr>
            <a:spLocks noChangeAspect="1"/>
          </p:cNvSpPr>
          <p:nvPr/>
        </p:nvSpPr>
        <p:spPr>
          <a:xfrm>
            <a:off x="2926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TextBox 148"/>
          <p:cNvSpPr txBox="1"/>
          <p:nvPr/>
        </p:nvSpPr>
        <p:spPr>
          <a:xfrm>
            <a:off x="2872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0" name="직사각형 149"/>
          <p:cNvSpPr>
            <a:spLocks noChangeAspect="1"/>
          </p:cNvSpPr>
          <p:nvPr/>
        </p:nvSpPr>
        <p:spPr>
          <a:xfrm>
            <a:off x="3790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1" name="TextBox 150"/>
          <p:cNvSpPr txBox="1"/>
          <p:nvPr/>
        </p:nvSpPr>
        <p:spPr>
          <a:xfrm>
            <a:off x="3736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2" name="직사각형 151"/>
          <p:cNvSpPr>
            <a:spLocks noChangeAspect="1"/>
          </p:cNvSpPr>
          <p:nvPr/>
        </p:nvSpPr>
        <p:spPr>
          <a:xfrm>
            <a:off x="4654455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3" name="TextBox 152"/>
          <p:cNvSpPr txBox="1"/>
          <p:nvPr/>
        </p:nvSpPr>
        <p:spPr>
          <a:xfrm>
            <a:off x="4600226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4" name="직사각형 153"/>
          <p:cNvSpPr>
            <a:spLocks noChangeAspect="1"/>
          </p:cNvSpPr>
          <p:nvPr/>
        </p:nvSpPr>
        <p:spPr>
          <a:xfrm>
            <a:off x="1198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5" name="TextBox 154"/>
          <p:cNvSpPr txBox="1"/>
          <p:nvPr/>
        </p:nvSpPr>
        <p:spPr>
          <a:xfrm>
            <a:off x="1144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6" name="직사각형 155"/>
          <p:cNvSpPr>
            <a:spLocks noChangeAspect="1"/>
          </p:cNvSpPr>
          <p:nvPr/>
        </p:nvSpPr>
        <p:spPr>
          <a:xfrm>
            <a:off x="2062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7" name="TextBox 156"/>
          <p:cNvSpPr txBox="1"/>
          <p:nvPr/>
        </p:nvSpPr>
        <p:spPr>
          <a:xfrm>
            <a:off x="2008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8" name="직사각형 157"/>
          <p:cNvSpPr>
            <a:spLocks noChangeAspect="1"/>
          </p:cNvSpPr>
          <p:nvPr/>
        </p:nvSpPr>
        <p:spPr>
          <a:xfrm>
            <a:off x="2926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9" name="TextBox 158"/>
          <p:cNvSpPr txBox="1"/>
          <p:nvPr/>
        </p:nvSpPr>
        <p:spPr>
          <a:xfrm>
            <a:off x="2872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0" name="직사각형 159"/>
          <p:cNvSpPr>
            <a:spLocks noChangeAspect="1"/>
          </p:cNvSpPr>
          <p:nvPr/>
        </p:nvSpPr>
        <p:spPr>
          <a:xfrm>
            <a:off x="3790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1" name="TextBox 160"/>
          <p:cNvSpPr txBox="1"/>
          <p:nvPr/>
        </p:nvSpPr>
        <p:spPr>
          <a:xfrm>
            <a:off x="3736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2" name="직사각형 161"/>
          <p:cNvSpPr>
            <a:spLocks noChangeAspect="1"/>
          </p:cNvSpPr>
          <p:nvPr/>
        </p:nvSpPr>
        <p:spPr>
          <a:xfrm>
            <a:off x="4654455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TextBox 162"/>
          <p:cNvSpPr txBox="1"/>
          <p:nvPr/>
        </p:nvSpPr>
        <p:spPr>
          <a:xfrm>
            <a:off x="4600226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4" name="직사각형 163"/>
          <p:cNvSpPr>
            <a:spLocks noChangeAspect="1"/>
          </p:cNvSpPr>
          <p:nvPr/>
        </p:nvSpPr>
        <p:spPr>
          <a:xfrm>
            <a:off x="1198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5" name="TextBox 164"/>
          <p:cNvSpPr txBox="1"/>
          <p:nvPr/>
        </p:nvSpPr>
        <p:spPr>
          <a:xfrm>
            <a:off x="1144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6" name="직사각형 165"/>
          <p:cNvSpPr>
            <a:spLocks noChangeAspect="1"/>
          </p:cNvSpPr>
          <p:nvPr/>
        </p:nvSpPr>
        <p:spPr>
          <a:xfrm>
            <a:off x="2062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TextBox 166"/>
          <p:cNvSpPr txBox="1"/>
          <p:nvPr/>
        </p:nvSpPr>
        <p:spPr>
          <a:xfrm>
            <a:off x="2008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8" name="직사각형 167"/>
          <p:cNvSpPr>
            <a:spLocks noChangeAspect="1"/>
          </p:cNvSpPr>
          <p:nvPr/>
        </p:nvSpPr>
        <p:spPr>
          <a:xfrm>
            <a:off x="2926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9" name="TextBox 168"/>
          <p:cNvSpPr txBox="1"/>
          <p:nvPr/>
        </p:nvSpPr>
        <p:spPr>
          <a:xfrm>
            <a:off x="2872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0" name="직사각형 169"/>
          <p:cNvSpPr>
            <a:spLocks noChangeAspect="1"/>
          </p:cNvSpPr>
          <p:nvPr/>
        </p:nvSpPr>
        <p:spPr>
          <a:xfrm>
            <a:off x="3790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TextBox 170"/>
          <p:cNvSpPr txBox="1"/>
          <p:nvPr/>
        </p:nvSpPr>
        <p:spPr>
          <a:xfrm>
            <a:off x="3736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2" name="직사각형 171"/>
          <p:cNvSpPr>
            <a:spLocks noChangeAspect="1"/>
          </p:cNvSpPr>
          <p:nvPr/>
        </p:nvSpPr>
        <p:spPr>
          <a:xfrm>
            <a:off x="4654455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3" name="TextBox 172"/>
          <p:cNvSpPr txBox="1"/>
          <p:nvPr/>
        </p:nvSpPr>
        <p:spPr>
          <a:xfrm>
            <a:off x="4600226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4" name="직사각형 173"/>
          <p:cNvSpPr>
            <a:spLocks noChangeAspect="1"/>
          </p:cNvSpPr>
          <p:nvPr/>
        </p:nvSpPr>
        <p:spPr>
          <a:xfrm>
            <a:off x="6461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5" name="TextBox 174"/>
          <p:cNvSpPr txBox="1"/>
          <p:nvPr/>
        </p:nvSpPr>
        <p:spPr>
          <a:xfrm>
            <a:off x="6407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6" name="직사각형 175"/>
          <p:cNvSpPr>
            <a:spLocks noChangeAspect="1"/>
          </p:cNvSpPr>
          <p:nvPr/>
        </p:nvSpPr>
        <p:spPr>
          <a:xfrm>
            <a:off x="7325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7" name="TextBox 176"/>
          <p:cNvSpPr txBox="1"/>
          <p:nvPr/>
        </p:nvSpPr>
        <p:spPr>
          <a:xfrm>
            <a:off x="7271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8" name="직사각형 177"/>
          <p:cNvSpPr>
            <a:spLocks noChangeAspect="1"/>
          </p:cNvSpPr>
          <p:nvPr/>
        </p:nvSpPr>
        <p:spPr>
          <a:xfrm>
            <a:off x="8189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9" name="TextBox 178"/>
          <p:cNvSpPr txBox="1"/>
          <p:nvPr/>
        </p:nvSpPr>
        <p:spPr>
          <a:xfrm>
            <a:off x="8135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0" name="직사각형 179"/>
          <p:cNvSpPr>
            <a:spLocks noChangeAspect="1"/>
          </p:cNvSpPr>
          <p:nvPr/>
        </p:nvSpPr>
        <p:spPr>
          <a:xfrm>
            <a:off x="9053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1" name="TextBox 180"/>
          <p:cNvSpPr txBox="1"/>
          <p:nvPr/>
        </p:nvSpPr>
        <p:spPr>
          <a:xfrm>
            <a:off x="8999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2" name="직사각형 181"/>
          <p:cNvSpPr>
            <a:spLocks noChangeAspect="1"/>
          </p:cNvSpPr>
          <p:nvPr/>
        </p:nvSpPr>
        <p:spPr>
          <a:xfrm>
            <a:off x="9917879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3" name="TextBox 182"/>
          <p:cNvSpPr txBox="1"/>
          <p:nvPr/>
        </p:nvSpPr>
        <p:spPr>
          <a:xfrm>
            <a:off x="9863650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4" name="직사각형 183"/>
          <p:cNvSpPr>
            <a:spLocks noChangeAspect="1"/>
          </p:cNvSpPr>
          <p:nvPr/>
        </p:nvSpPr>
        <p:spPr>
          <a:xfrm>
            <a:off x="6461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5" name="TextBox 184"/>
          <p:cNvSpPr txBox="1"/>
          <p:nvPr/>
        </p:nvSpPr>
        <p:spPr>
          <a:xfrm>
            <a:off x="6407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6" name="직사각형 185"/>
          <p:cNvSpPr>
            <a:spLocks noChangeAspect="1"/>
          </p:cNvSpPr>
          <p:nvPr/>
        </p:nvSpPr>
        <p:spPr>
          <a:xfrm>
            <a:off x="7325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7" name="TextBox 186"/>
          <p:cNvSpPr txBox="1"/>
          <p:nvPr/>
        </p:nvSpPr>
        <p:spPr>
          <a:xfrm>
            <a:off x="7271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8" name="직사각형 187"/>
          <p:cNvSpPr>
            <a:spLocks noChangeAspect="1"/>
          </p:cNvSpPr>
          <p:nvPr/>
        </p:nvSpPr>
        <p:spPr>
          <a:xfrm>
            <a:off x="8189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9" name="TextBox 188"/>
          <p:cNvSpPr txBox="1"/>
          <p:nvPr/>
        </p:nvSpPr>
        <p:spPr>
          <a:xfrm>
            <a:off x="8135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0" name="직사각형 189"/>
          <p:cNvSpPr>
            <a:spLocks noChangeAspect="1"/>
          </p:cNvSpPr>
          <p:nvPr/>
        </p:nvSpPr>
        <p:spPr>
          <a:xfrm>
            <a:off x="9053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1" name="TextBox 190"/>
          <p:cNvSpPr txBox="1"/>
          <p:nvPr/>
        </p:nvSpPr>
        <p:spPr>
          <a:xfrm>
            <a:off x="8999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2" name="직사각형 191"/>
          <p:cNvSpPr>
            <a:spLocks noChangeAspect="1"/>
          </p:cNvSpPr>
          <p:nvPr/>
        </p:nvSpPr>
        <p:spPr>
          <a:xfrm>
            <a:off x="9917879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3" name="TextBox 192"/>
          <p:cNvSpPr txBox="1"/>
          <p:nvPr/>
        </p:nvSpPr>
        <p:spPr>
          <a:xfrm>
            <a:off x="9863650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4" name="직사각형 193"/>
          <p:cNvSpPr>
            <a:spLocks noChangeAspect="1"/>
          </p:cNvSpPr>
          <p:nvPr/>
        </p:nvSpPr>
        <p:spPr>
          <a:xfrm>
            <a:off x="6461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5" name="TextBox 194"/>
          <p:cNvSpPr txBox="1"/>
          <p:nvPr/>
        </p:nvSpPr>
        <p:spPr>
          <a:xfrm>
            <a:off x="6407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6" name="직사각형 195"/>
          <p:cNvSpPr>
            <a:spLocks noChangeAspect="1"/>
          </p:cNvSpPr>
          <p:nvPr/>
        </p:nvSpPr>
        <p:spPr>
          <a:xfrm>
            <a:off x="7325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TextBox 196"/>
          <p:cNvSpPr txBox="1"/>
          <p:nvPr/>
        </p:nvSpPr>
        <p:spPr>
          <a:xfrm>
            <a:off x="7271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8" name="직사각형 197"/>
          <p:cNvSpPr>
            <a:spLocks noChangeAspect="1"/>
          </p:cNvSpPr>
          <p:nvPr/>
        </p:nvSpPr>
        <p:spPr>
          <a:xfrm>
            <a:off x="8189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TextBox 198"/>
          <p:cNvSpPr txBox="1"/>
          <p:nvPr/>
        </p:nvSpPr>
        <p:spPr>
          <a:xfrm>
            <a:off x="8135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0" name="직사각형 199"/>
          <p:cNvSpPr>
            <a:spLocks noChangeAspect="1"/>
          </p:cNvSpPr>
          <p:nvPr/>
        </p:nvSpPr>
        <p:spPr>
          <a:xfrm>
            <a:off x="9053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1" name="TextBox 200"/>
          <p:cNvSpPr txBox="1"/>
          <p:nvPr/>
        </p:nvSpPr>
        <p:spPr>
          <a:xfrm>
            <a:off x="8999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2" name="직사각형 201"/>
          <p:cNvSpPr>
            <a:spLocks noChangeAspect="1"/>
          </p:cNvSpPr>
          <p:nvPr/>
        </p:nvSpPr>
        <p:spPr>
          <a:xfrm>
            <a:off x="9917879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3" name="TextBox 202"/>
          <p:cNvSpPr txBox="1"/>
          <p:nvPr/>
        </p:nvSpPr>
        <p:spPr>
          <a:xfrm>
            <a:off x="9863650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4" name="직사각형 203"/>
          <p:cNvSpPr/>
          <p:nvPr/>
        </p:nvSpPr>
        <p:spPr>
          <a:xfrm>
            <a:off x="3934455" y="1026918"/>
            <a:ext cx="576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</a:rPr>
              <a:t>10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18030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그룹 59"/>
          <p:cNvGrpSpPr/>
          <p:nvPr/>
        </p:nvGrpSpPr>
        <p:grpSpPr>
          <a:xfrm>
            <a:off x="-956311" y="-477208"/>
            <a:ext cx="16977739" cy="4430690"/>
            <a:chOff x="-956311" y="-477208"/>
            <a:chExt cx="16977739" cy="4430690"/>
          </a:xfrm>
        </p:grpSpPr>
        <p:sp>
          <p:nvSpPr>
            <p:cNvPr id="63" name="TextBox 62"/>
            <p:cNvSpPr txBox="1"/>
            <p:nvPr/>
          </p:nvSpPr>
          <p:spPr>
            <a:xfrm>
              <a:off x="253304" y="2047038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4.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할당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3" name="모서리가 둥근 직사각형 22"/>
            <p:cNvSpPr/>
            <p:nvPr/>
          </p:nvSpPr>
          <p:spPr>
            <a:xfrm>
              <a:off x="-956311" y="893482"/>
              <a:ext cx="5400000" cy="90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result =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car.goForward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(30, 2);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69" name="모서리가 둥근 직사각형 68"/>
            <p:cNvSpPr/>
            <p:nvPr/>
          </p:nvSpPr>
          <p:spPr>
            <a:xfrm>
              <a:off x="7381428" y="893482"/>
              <a:ext cx="8640000" cy="306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전진 기능</a:t>
              </a:r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public double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speed,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hour) {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System.out.println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(speed + “km/h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로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 + hour + “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시간 동안 전진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”);</a:t>
              </a:r>
            </a:p>
            <a:p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double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distance = speed * hour;</a:t>
              </a:r>
            </a:p>
            <a:p>
              <a:endParaRPr lang="en-US" altLang="ko-KR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return distance;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}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54" name="원호 53"/>
            <p:cNvSpPr/>
            <p:nvPr/>
          </p:nvSpPr>
          <p:spPr>
            <a:xfrm rot="8425555">
              <a:off x="714198" y="1077027"/>
              <a:ext cx="900000" cy="900000"/>
            </a:xfrm>
            <a:prstGeom prst="arc">
              <a:avLst>
                <a:gd name="adj1" fmla="val 13530061"/>
                <a:gd name="adj2" fmla="val 187041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" name="원호 102"/>
            <p:cNvSpPr/>
            <p:nvPr/>
          </p:nvSpPr>
          <p:spPr>
            <a:xfrm rot="5696533">
              <a:off x="3581734" y="-2596670"/>
              <a:ext cx="2741380" cy="6980304"/>
            </a:xfrm>
            <a:prstGeom prst="arc">
              <a:avLst>
                <a:gd name="adj1" fmla="val 17174190"/>
                <a:gd name="adj2" fmla="val 415903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원호 103"/>
            <p:cNvSpPr/>
            <p:nvPr/>
          </p:nvSpPr>
          <p:spPr>
            <a:xfrm rot="6264436">
              <a:off x="3629377" y="-1735580"/>
              <a:ext cx="3054061" cy="6980304"/>
            </a:xfrm>
            <a:prstGeom prst="arc">
              <a:avLst>
                <a:gd name="adj1" fmla="val 17096554"/>
                <a:gd name="adj2" fmla="val 4395978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6" name="직선 화살표 연결선 55"/>
            <p:cNvCxnSpPr/>
            <p:nvPr/>
          </p:nvCxnSpPr>
          <p:spPr>
            <a:xfrm>
              <a:off x="7898860" y="1983757"/>
              <a:ext cx="0" cy="115200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이등변 삼각형 56"/>
            <p:cNvSpPr/>
            <p:nvPr/>
          </p:nvSpPr>
          <p:spPr>
            <a:xfrm>
              <a:off x="599319" y="1462286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이등변 삼각형 108"/>
            <p:cNvSpPr/>
            <p:nvPr/>
          </p:nvSpPr>
          <p:spPr>
            <a:xfrm rot="18731416">
              <a:off x="1921304" y="1697677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이등변 삼각형 110"/>
            <p:cNvSpPr/>
            <p:nvPr/>
          </p:nvSpPr>
          <p:spPr>
            <a:xfrm rot="2868584" flipH="1">
              <a:off x="7521197" y="1791712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이등변 삼각형 111"/>
            <p:cNvSpPr/>
            <p:nvPr/>
          </p:nvSpPr>
          <p:spPr>
            <a:xfrm flipV="1">
              <a:off x="7743217" y="2922004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4509159" y="1846983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호출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6217404" y="247096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실행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4298641" y="346039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반환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504159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그룹 81"/>
          <p:cNvGrpSpPr/>
          <p:nvPr/>
        </p:nvGrpSpPr>
        <p:grpSpPr>
          <a:xfrm>
            <a:off x="1447800" y="1473200"/>
            <a:ext cx="8721500" cy="2160000"/>
            <a:chOff x="1447800" y="1473200"/>
            <a:chExt cx="8721500" cy="2160000"/>
          </a:xfrm>
        </p:grpSpPr>
        <p:sp>
          <p:nvSpPr>
            <p:cNvPr id="69" name="직사각형 68"/>
            <p:cNvSpPr/>
            <p:nvPr/>
          </p:nvSpPr>
          <p:spPr>
            <a:xfrm>
              <a:off x="4368550" y="1473200"/>
              <a:ext cx="3600000" cy="2160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8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객체 </a:t>
              </a:r>
              <a:r>
                <a:rPr lang="en-US" altLang="ko-KR" sz="28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</a:t>
              </a:r>
              <a:r>
                <a:rPr lang="ko-KR" altLang="en-US" sz="28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개</a:t>
              </a:r>
              <a:endParaRPr lang="ko-KR" altLang="en-US" sz="28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70" name="모서리가 둥근 직사각형 69"/>
            <p:cNvSpPr/>
            <p:nvPr/>
          </p:nvSpPr>
          <p:spPr>
            <a:xfrm>
              <a:off x="1447800" y="2193200"/>
              <a:ext cx="2160000" cy="72000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Singleton</a:t>
              </a:r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71" name="모서리가 둥근 직사각형 70"/>
            <p:cNvSpPr/>
            <p:nvPr/>
          </p:nvSpPr>
          <p:spPr>
            <a:xfrm>
              <a:off x="8729300" y="1663700"/>
              <a:ext cx="1440000" cy="72000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Object 1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72" name="모서리가 둥근 직사각형 71"/>
            <p:cNvSpPr/>
            <p:nvPr/>
          </p:nvSpPr>
          <p:spPr>
            <a:xfrm>
              <a:off x="8729300" y="2722700"/>
              <a:ext cx="1440000" cy="72000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Object 2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79" name="오른쪽 화살표 78"/>
            <p:cNvSpPr/>
            <p:nvPr/>
          </p:nvSpPr>
          <p:spPr>
            <a:xfrm>
              <a:off x="3700175" y="2337300"/>
              <a:ext cx="576000" cy="43180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오른쪽 화살표 79"/>
            <p:cNvSpPr/>
            <p:nvPr/>
          </p:nvSpPr>
          <p:spPr>
            <a:xfrm flipH="1">
              <a:off x="8060925" y="1807800"/>
              <a:ext cx="576000" cy="43180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오른쪽 화살표 80"/>
            <p:cNvSpPr/>
            <p:nvPr/>
          </p:nvSpPr>
          <p:spPr>
            <a:xfrm flipH="1">
              <a:off x="8060925" y="2866800"/>
              <a:ext cx="576000" cy="43180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6792118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/>
          <p:cNvGrpSpPr/>
          <p:nvPr/>
        </p:nvGrpSpPr>
        <p:grpSpPr>
          <a:xfrm>
            <a:off x="-38912" y="-243270"/>
            <a:ext cx="10790912" cy="4526219"/>
            <a:chOff x="-38912" y="-243270"/>
            <a:chExt cx="10790912" cy="4526219"/>
          </a:xfrm>
        </p:grpSpPr>
        <p:sp>
          <p:nvSpPr>
            <p:cNvPr id="19" name="모서리가 둥근 직사각형 18"/>
            <p:cNvSpPr/>
            <p:nvPr/>
          </p:nvSpPr>
          <p:spPr>
            <a:xfrm>
              <a:off x="3916544" y="360000"/>
              <a:ext cx="2880000" cy="1440000"/>
            </a:xfrm>
            <a:prstGeom prst="roundRect">
              <a:avLst>
                <a:gd name="adj" fmla="val 7210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600" dirty="0" smtClean="0">
                  <a:solidFill>
                    <a:schemeClr val="bg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Controller</a:t>
              </a:r>
              <a:endParaRPr lang="ko-KR" altLang="en-US" sz="36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0" name="모서리가 둥근 직사각형 19"/>
            <p:cNvSpPr/>
            <p:nvPr/>
          </p:nvSpPr>
          <p:spPr>
            <a:xfrm>
              <a:off x="7872000" y="0"/>
              <a:ext cx="2880000" cy="3600000"/>
            </a:xfrm>
            <a:prstGeom prst="roundRect">
              <a:avLst>
                <a:gd name="adj" fmla="val 7210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1" name="모서리가 둥근 직사각형 20"/>
            <p:cNvSpPr/>
            <p:nvPr/>
          </p:nvSpPr>
          <p:spPr>
            <a:xfrm>
              <a:off x="-38912" y="360000"/>
              <a:ext cx="2880000" cy="1440000"/>
            </a:xfrm>
            <a:prstGeom prst="roundRect">
              <a:avLst>
                <a:gd name="adj" fmla="val 7210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600" dirty="0" err="1" smtClean="0">
                  <a:solidFill>
                    <a:schemeClr val="bg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MainClass</a:t>
              </a:r>
              <a:endParaRPr lang="ko-KR" altLang="en-US" sz="36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2" name="모서리가 둥근 직사각형 21"/>
            <p:cNvSpPr/>
            <p:nvPr/>
          </p:nvSpPr>
          <p:spPr>
            <a:xfrm>
              <a:off x="4276544" y="1932209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New </a:t>
              </a:r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</a:t>
              </a:r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6" name="모서리가 둥근 직사각형 25"/>
            <p:cNvSpPr/>
            <p:nvPr/>
          </p:nvSpPr>
          <p:spPr>
            <a:xfrm>
              <a:off x="4276544" y="2746886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New </a:t>
              </a:r>
              <a:r>
                <a:rPr lang="ko-KR" altLang="en-US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</a:t>
              </a:r>
            </a:p>
          </p:txBody>
        </p:sp>
        <p:sp>
          <p:nvSpPr>
            <p:cNvPr id="28" name="모서리가 둥근 직사각형 27"/>
            <p:cNvSpPr/>
            <p:nvPr/>
          </p:nvSpPr>
          <p:spPr>
            <a:xfrm>
              <a:off x="4276544" y="3562949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New </a:t>
              </a:r>
              <a:r>
                <a:rPr lang="ko-KR" altLang="en-US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</a:t>
              </a:r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" name="모서리가 둥근 직사각형 2"/>
            <p:cNvSpPr/>
            <p:nvPr/>
          </p:nvSpPr>
          <p:spPr>
            <a:xfrm>
              <a:off x="8232000" y="-243270"/>
              <a:ext cx="2160000" cy="720000"/>
            </a:xfrm>
            <a:prstGeom prst="roundRect">
              <a:avLst>
                <a:gd name="adj" fmla="val 12500"/>
              </a:avLst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600" dirty="0" smtClean="0">
                  <a:solidFill>
                    <a:schemeClr val="bg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Service</a:t>
              </a:r>
              <a:endParaRPr lang="ko-KR" altLang="en-US" sz="36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4" name="오른쪽 화살표 3"/>
            <p:cNvSpPr/>
            <p:nvPr/>
          </p:nvSpPr>
          <p:spPr>
            <a:xfrm>
              <a:off x="6884272" y="630000"/>
              <a:ext cx="900000" cy="90000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오른쪽 화살표 28"/>
            <p:cNvSpPr/>
            <p:nvPr/>
          </p:nvSpPr>
          <p:spPr>
            <a:xfrm>
              <a:off x="2928816" y="630000"/>
              <a:ext cx="900000" cy="90000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모서리가 둥근 직사각형 11"/>
            <p:cNvSpPr/>
            <p:nvPr/>
          </p:nvSpPr>
          <p:spPr>
            <a:xfrm>
              <a:off x="8232000" y="810000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 </a:t>
              </a:r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객체</a:t>
              </a:r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3" name="모서리가 둥근 직사각형 12"/>
            <p:cNvSpPr/>
            <p:nvPr/>
          </p:nvSpPr>
          <p:spPr>
            <a:xfrm>
              <a:off x="8232000" y="1624677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 </a:t>
              </a:r>
              <a:r>
                <a:rPr lang="ko-KR" altLang="en-US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객체</a:t>
              </a:r>
              <a:endParaRPr lang="en-US" altLang="ko-KR" sz="24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4" name="모서리가 둥근 직사각형 13"/>
            <p:cNvSpPr/>
            <p:nvPr/>
          </p:nvSpPr>
          <p:spPr>
            <a:xfrm>
              <a:off x="8232000" y="2440740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 </a:t>
              </a:r>
              <a:r>
                <a:rPr lang="ko-KR" altLang="en-US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객체</a:t>
              </a:r>
            </a:p>
          </p:txBody>
        </p:sp>
        <p:cxnSp>
          <p:nvCxnSpPr>
            <p:cNvPr id="5" name="꺾인 연결선 4"/>
            <p:cNvCxnSpPr>
              <a:stCxn id="22" idx="3"/>
              <a:endCxn id="12" idx="1"/>
            </p:cNvCxnSpPr>
            <p:nvPr/>
          </p:nvCxnSpPr>
          <p:spPr>
            <a:xfrm flipV="1">
              <a:off x="6436544" y="1170000"/>
              <a:ext cx="1795456" cy="1122209"/>
            </a:xfrm>
            <a:prstGeom prst="bentConnector3">
              <a:avLst>
                <a:gd name="adj1" fmla="val 38081"/>
              </a:avLst>
            </a:prstGeom>
            <a:ln w="762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꺾인 연결선 17"/>
            <p:cNvCxnSpPr>
              <a:stCxn id="26" idx="3"/>
              <a:endCxn id="13" idx="1"/>
            </p:cNvCxnSpPr>
            <p:nvPr/>
          </p:nvCxnSpPr>
          <p:spPr>
            <a:xfrm flipV="1">
              <a:off x="6436544" y="1984677"/>
              <a:ext cx="1795456" cy="1122209"/>
            </a:xfrm>
            <a:prstGeom prst="bentConnector3">
              <a:avLst/>
            </a:prstGeom>
            <a:ln w="762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꺾인 연결선 22"/>
            <p:cNvCxnSpPr>
              <a:stCxn id="28" idx="3"/>
              <a:endCxn id="14" idx="1"/>
            </p:cNvCxnSpPr>
            <p:nvPr/>
          </p:nvCxnSpPr>
          <p:spPr>
            <a:xfrm flipV="1">
              <a:off x="6436544" y="2800740"/>
              <a:ext cx="1795456" cy="1122209"/>
            </a:xfrm>
            <a:prstGeom prst="bentConnector3">
              <a:avLst>
                <a:gd name="adj1" fmla="val 61919"/>
              </a:avLst>
            </a:prstGeom>
            <a:ln w="762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56074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1444</TotalTime>
  <Words>217</Words>
  <Application>Microsoft Office PowerPoint</Application>
  <PresentationFormat>와이드스크린</PresentationFormat>
  <Paragraphs>110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0" baseType="lpstr">
      <vt:lpstr>나눔스퀘어 Bold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</dc:creator>
  <cp:lastModifiedBy>DW</cp:lastModifiedBy>
  <cp:revision>97</cp:revision>
  <dcterms:created xsi:type="dcterms:W3CDTF">2026-08-04T06:26:42Z</dcterms:created>
  <dcterms:modified xsi:type="dcterms:W3CDTF">2026-08-14T06:23:34Z</dcterms:modified>
</cp:coreProperties>
</file>