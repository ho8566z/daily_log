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59" r:id="rId4"/>
    <p:sldId id="257" r:id="rId5"/>
    <p:sldId id="258" r:id="rId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FFD9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447" autoAdjust="0"/>
    <p:restoredTop sz="94660"/>
  </p:normalViewPr>
  <p:slideViewPr>
    <p:cSldViewPr snapToGrid="0">
      <p:cViewPr>
        <p:scale>
          <a:sx n="75" d="100"/>
          <a:sy n="75" d="100"/>
        </p:scale>
        <p:origin x="113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2026-08-10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73587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2026-08-10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49670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2026-08-10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96171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2026-08-10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60156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2026-08-10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3043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2026-08-10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774975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2026-08-10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76925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2026-08-10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956665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2026-08-10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04264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2026-08-10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92555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2026-08-10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79361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37CE1A-8831-48B5-BA93-72483C6E34E8}" type="datetimeFigureOut">
              <a:rPr lang="ko-KR" altLang="en-US" smtClean="0"/>
              <a:t>2026-08-10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422006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Layout" Target="../slideLayouts/slideLayout1.xml"/><Relationship Id="rId1" Type="http://schemas.openxmlformats.org/officeDocument/2006/relationships/vmlDrawing" Target="../drawings/vmlDrawing1.vml"/><Relationship Id="rId4" Type="http://schemas.openxmlformats.org/officeDocument/2006/relationships/image" Target="../media/image1.emf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개체 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77509955"/>
              </p:ext>
            </p:extLst>
          </p:nvPr>
        </p:nvGraphicFramePr>
        <p:xfrm>
          <a:off x="4291013" y="2184401"/>
          <a:ext cx="4844354" cy="1981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5" name="워크시트" r:id="rId3" imgW="3610051" imgH="1476487" progId="Excel.Sheet.12">
                  <p:embed/>
                </p:oleObj>
              </mc:Choice>
              <mc:Fallback>
                <p:oleObj name="워크시트" r:id="rId3" imgW="3610051" imgH="1476487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4291013" y="2184401"/>
                        <a:ext cx="4844354" cy="1981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0400702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그룹 45"/>
          <p:cNvGrpSpPr/>
          <p:nvPr/>
        </p:nvGrpSpPr>
        <p:grpSpPr>
          <a:xfrm>
            <a:off x="4373457" y="942360"/>
            <a:ext cx="6966223" cy="3455564"/>
            <a:chOff x="4373457" y="942360"/>
            <a:chExt cx="6966223" cy="3455564"/>
          </a:xfrm>
        </p:grpSpPr>
        <p:sp>
          <p:nvSpPr>
            <p:cNvPr id="254" name="직사각형 253"/>
            <p:cNvSpPr>
              <a:spLocks noChangeAspect="1"/>
            </p:cNvSpPr>
            <p:nvPr/>
          </p:nvSpPr>
          <p:spPr>
            <a:xfrm>
              <a:off x="4373457" y="942372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6" name="직사각형 255"/>
            <p:cNvSpPr>
              <a:spLocks noChangeAspect="1"/>
            </p:cNvSpPr>
            <p:nvPr/>
          </p:nvSpPr>
          <p:spPr>
            <a:xfrm>
              <a:off x="5237457" y="942372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8" name="직사각형 257"/>
            <p:cNvSpPr>
              <a:spLocks noChangeAspect="1"/>
            </p:cNvSpPr>
            <p:nvPr/>
          </p:nvSpPr>
          <p:spPr>
            <a:xfrm>
              <a:off x="6101456" y="942372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60" name="직사각형 259"/>
            <p:cNvSpPr>
              <a:spLocks noChangeAspect="1"/>
            </p:cNvSpPr>
            <p:nvPr/>
          </p:nvSpPr>
          <p:spPr>
            <a:xfrm>
              <a:off x="6965456" y="942372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62" name="직사각형 261"/>
            <p:cNvSpPr>
              <a:spLocks noChangeAspect="1"/>
            </p:cNvSpPr>
            <p:nvPr/>
          </p:nvSpPr>
          <p:spPr>
            <a:xfrm>
              <a:off x="7829455" y="942372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64" name="직사각형 263"/>
            <p:cNvSpPr>
              <a:spLocks noChangeAspect="1"/>
            </p:cNvSpPr>
            <p:nvPr/>
          </p:nvSpPr>
          <p:spPr>
            <a:xfrm>
              <a:off x="4373457" y="1806263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66" name="직사각형 265"/>
            <p:cNvSpPr>
              <a:spLocks noChangeAspect="1"/>
            </p:cNvSpPr>
            <p:nvPr/>
          </p:nvSpPr>
          <p:spPr>
            <a:xfrm>
              <a:off x="5237457" y="1806263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67" name="TextBox 266"/>
            <p:cNvSpPr txBox="1"/>
            <p:nvPr/>
          </p:nvSpPr>
          <p:spPr>
            <a:xfrm>
              <a:off x="5183228" y="1806259"/>
              <a:ext cx="97245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12s1</a:t>
              </a:r>
              <a:endParaRPr lang="ko-KR" altLang="en-US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68" name="직사각형 267"/>
            <p:cNvSpPr>
              <a:spLocks noChangeAspect="1"/>
            </p:cNvSpPr>
            <p:nvPr/>
          </p:nvSpPr>
          <p:spPr>
            <a:xfrm>
              <a:off x="6101456" y="1806263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69" name="TextBox 268"/>
            <p:cNvSpPr txBox="1"/>
            <p:nvPr/>
          </p:nvSpPr>
          <p:spPr>
            <a:xfrm>
              <a:off x="6047227" y="1806259"/>
              <a:ext cx="97245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12s2</a:t>
              </a:r>
              <a:endParaRPr lang="ko-KR" altLang="en-US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70" name="직사각형 269"/>
            <p:cNvSpPr>
              <a:spLocks noChangeAspect="1"/>
            </p:cNvSpPr>
            <p:nvPr/>
          </p:nvSpPr>
          <p:spPr>
            <a:xfrm>
              <a:off x="6965456" y="1806263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2" name="직사각형 271"/>
            <p:cNvSpPr>
              <a:spLocks noChangeAspect="1"/>
            </p:cNvSpPr>
            <p:nvPr/>
          </p:nvSpPr>
          <p:spPr>
            <a:xfrm>
              <a:off x="7829455" y="1806263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4" name="직사각형 273"/>
            <p:cNvSpPr>
              <a:spLocks noChangeAspect="1"/>
            </p:cNvSpPr>
            <p:nvPr/>
          </p:nvSpPr>
          <p:spPr>
            <a:xfrm>
              <a:off x="4373457" y="2670150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6" name="직사각형 275"/>
            <p:cNvSpPr>
              <a:spLocks noChangeAspect="1"/>
            </p:cNvSpPr>
            <p:nvPr/>
          </p:nvSpPr>
          <p:spPr>
            <a:xfrm>
              <a:off x="5237457" y="2670150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8" name="직사각형 277"/>
            <p:cNvSpPr>
              <a:spLocks noChangeAspect="1"/>
            </p:cNvSpPr>
            <p:nvPr/>
          </p:nvSpPr>
          <p:spPr>
            <a:xfrm>
              <a:off x="6101456" y="2670150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0" name="직사각형 279"/>
            <p:cNvSpPr>
              <a:spLocks noChangeAspect="1"/>
            </p:cNvSpPr>
            <p:nvPr/>
          </p:nvSpPr>
          <p:spPr>
            <a:xfrm>
              <a:off x="6965456" y="2670150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2" name="직사각형 281"/>
            <p:cNvSpPr>
              <a:spLocks noChangeAspect="1"/>
            </p:cNvSpPr>
            <p:nvPr/>
          </p:nvSpPr>
          <p:spPr>
            <a:xfrm>
              <a:off x="7829455" y="2670150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5" name="직사각형 284"/>
            <p:cNvSpPr>
              <a:spLocks noChangeAspect="1"/>
            </p:cNvSpPr>
            <p:nvPr/>
          </p:nvSpPr>
          <p:spPr>
            <a:xfrm>
              <a:off x="8693455" y="942368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7" name="직사각형 286"/>
            <p:cNvSpPr>
              <a:spLocks noChangeAspect="1"/>
            </p:cNvSpPr>
            <p:nvPr/>
          </p:nvSpPr>
          <p:spPr>
            <a:xfrm>
              <a:off x="9557454" y="942368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9" name="직사각형 288"/>
            <p:cNvSpPr>
              <a:spLocks noChangeAspect="1"/>
            </p:cNvSpPr>
            <p:nvPr/>
          </p:nvSpPr>
          <p:spPr>
            <a:xfrm>
              <a:off x="8693455" y="1806259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1" name="직사각형 290"/>
            <p:cNvSpPr>
              <a:spLocks noChangeAspect="1"/>
            </p:cNvSpPr>
            <p:nvPr/>
          </p:nvSpPr>
          <p:spPr>
            <a:xfrm>
              <a:off x="9557454" y="1806259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3" name="직사각형 292"/>
            <p:cNvSpPr>
              <a:spLocks noChangeAspect="1"/>
            </p:cNvSpPr>
            <p:nvPr/>
          </p:nvSpPr>
          <p:spPr>
            <a:xfrm>
              <a:off x="8693455" y="2670146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5" name="직사각형 294"/>
            <p:cNvSpPr>
              <a:spLocks noChangeAspect="1"/>
            </p:cNvSpPr>
            <p:nvPr/>
          </p:nvSpPr>
          <p:spPr>
            <a:xfrm>
              <a:off x="9557454" y="2670146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6" name="TextBox 295"/>
            <p:cNvSpPr txBox="1"/>
            <p:nvPr/>
          </p:nvSpPr>
          <p:spPr>
            <a:xfrm>
              <a:off x="9503225" y="2670142"/>
              <a:ext cx="97245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90h8</a:t>
              </a:r>
              <a:endParaRPr lang="ko-KR" altLang="en-US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98" name="직사각형 297"/>
            <p:cNvSpPr>
              <a:spLocks noChangeAspect="1"/>
            </p:cNvSpPr>
            <p:nvPr/>
          </p:nvSpPr>
          <p:spPr>
            <a:xfrm>
              <a:off x="4373457" y="3534033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0" name="직사각형 299"/>
            <p:cNvSpPr>
              <a:spLocks noChangeAspect="1"/>
            </p:cNvSpPr>
            <p:nvPr/>
          </p:nvSpPr>
          <p:spPr>
            <a:xfrm>
              <a:off x="5237457" y="3534033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2" name="직사각형 301"/>
            <p:cNvSpPr>
              <a:spLocks noChangeAspect="1"/>
            </p:cNvSpPr>
            <p:nvPr/>
          </p:nvSpPr>
          <p:spPr>
            <a:xfrm>
              <a:off x="6101456" y="3534033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3" name="TextBox 302"/>
            <p:cNvSpPr txBox="1"/>
            <p:nvPr/>
          </p:nvSpPr>
          <p:spPr>
            <a:xfrm>
              <a:off x="6047227" y="3534029"/>
              <a:ext cx="97245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55cv2</a:t>
              </a:r>
              <a:endParaRPr lang="ko-KR" altLang="en-US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304" name="직사각형 303"/>
            <p:cNvSpPr>
              <a:spLocks noChangeAspect="1"/>
            </p:cNvSpPr>
            <p:nvPr/>
          </p:nvSpPr>
          <p:spPr>
            <a:xfrm>
              <a:off x="6965456" y="3534033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5" name="TextBox 304"/>
            <p:cNvSpPr txBox="1"/>
            <p:nvPr/>
          </p:nvSpPr>
          <p:spPr>
            <a:xfrm>
              <a:off x="6911227" y="3534029"/>
              <a:ext cx="97245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55cv3</a:t>
              </a:r>
              <a:endParaRPr lang="ko-KR" altLang="en-US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306" name="직사각형 305"/>
            <p:cNvSpPr>
              <a:spLocks noChangeAspect="1"/>
            </p:cNvSpPr>
            <p:nvPr/>
          </p:nvSpPr>
          <p:spPr>
            <a:xfrm>
              <a:off x="7829455" y="3534033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7" name="TextBox 306"/>
            <p:cNvSpPr txBox="1"/>
            <p:nvPr/>
          </p:nvSpPr>
          <p:spPr>
            <a:xfrm>
              <a:off x="7775226" y="3534029"/>
              <a:ext cx="97245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55cv4</a:t>
              </a:r>
              <a:endParaRPr lang="ko-KR" altLang="en-US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318" name="직사각형 317"/>
            <p:cNvSpPr>
              <a:spLocks noChangeAspect="1"/>
            </p:cNvSpPr>
            <p:nvPr/>
          </p:nvSpPr>
          <p:spPr>
            <a:xfrm>
              <a:off x="8693455" y="3534029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0" name="직사각형 319"/>
            <p:cNvSpPr>
              <a:spLocks noChangeAspect="1"/>
            </p:cNvSpPr>
            <p:nvPr/>
          </p:nvSpPr>
          <p:spPr>
            <a:xfrm>
              <a:off x="9557454" y="3534029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6" name="직사각형 325"/>
            <p:cNvSpPr>
              <a:spLocks noChangeAspect="1"/>
            </p:cNvSpPr>
            <p:nvPr/>
          </p:nvSpPr>
          <p:spPr>
            <a:xfrm>
              <a:off x="10421452" y="942368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8" name="직사각형 327"/>
            <p:cNvSpPr>
              <a:spLocks noChangeAspect="1"/>
            </p:cNvSpPr>
            <p:nvPr/>
          </p:nvSpPr>
          <p:spPr>
            <a:xfrm>
              <a:off x="10421452" y="1806259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0" name="직사각형 329"/>
            <p:cNvSpPr>
              <a:spLocks noChangeAspect="1"/>
            </p:cNvSpPr>
            <p:nvPr/>
          </p:nvSpPr>
          <p:spPr>
            <a:xfrm>
              <a:off x="10421452" y="2670146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1" name="TextBox 330"/>
            <p:cNvSpPr txBox="1"/>
            <p:nvPr/>
          </p:nvSpPr>
          <p:spPr>
            <a:xfrm>
              <a:off x="10367223" y="2670142"/>
              <a:ext cx="97245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90h9</a:t>
              </a:r>
              <a:endParaRPr lang="ko-KR" altLang="en-US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332" name="직사각형 331"/>
            <p:cNvSpPr>
              <a:spLocks noChangeAspect="1"/>
            </p:cNvSpPr>
            <p:nvPr/>
          </p:nvSpPr>
          <p:spPr>
            <a:xfrm>
              <a:off x="10421452" y="3534029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52" name="직사각형 351"/>
            <p:cNvSpPr/>
            <p:nvPr/>
          </p:nvSpPr>
          <p:spPr>
            <a:xfrm>
              <a:off x="5381455" y="2144805"/>
              <a:ext cx="576000" cy="432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 smtClean="0">
                  <a:solidFill>
                    <a:schemeClr val="tx1"/>
                  </a:solidFill>
                </a:rPr>
                <a:t>10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353" name="직사각형 352"/>
            <p:cNvSpPr/>
            <p:nvPr/>
          </p:nvSpPr>
          <p:spPr>
            <a:xfrm>
              <a:off x="6245452" y="2139326"/>
              <a:ext cx="576000" cy="432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 smtClean="0">
                  <a:solidFill>
                    <a:schemeClr val="tx1"/>
                  </a:solidFill>
                </a:rPr>
                <a:t>10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354" name="직사각형 353"/>
            <p:cNvSpPr/>
            <p:nvPr/>
          </p:nvSpPr>
          <p:spPr>
            <a:xfrm>
              <a:off x="9701452" y="3008684"/>
              <a:ext cx="576000" cy="432000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 smtClean="0">
                  <a:solidFill>
                    <a:schemeClr val="tx1"/>
                  </a:solidFill>
                </a:rPr>
                <a:t>10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355" name="직사각형 354"/>
            <p:cNvSpPr/>
            <p:nvPr/>
          </p:nvSpPr>
          <p:spPr>
            <a:xfrm>
              <a:off x="10565449" y="3008684"/>
              <a:ext cx="576000" cy="432000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 smtClean="0">
                  <a:solidFill>
                    <a:schemeClr val="tx1"/>
                  </a:solidFill>
                </a:rPr>
                <a:t>10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356" name="직사각형 355"/>
            <p:cNvSpPr/>
            <p:nvPr/>
          </p:nvSpPr>
          <p:spPr>
            <a:xfrm>
              <a:off x="6155685" y="3872583"/>
              <a:ext cx="720000" cy="43200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12s1</a:t>
              </a:r>
              <a:endParaRPr lang="ko-KR" altLang="en-US" sz="16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360" name="TextBox 359"/>
            <p:cNvSpPr txBox="1"/>
            <p:nvPr/>
          </p:nvSpPr>
          <p:spPr>
            <a:xfrm>
              <a:off x="7775225" y="942360"/>
              <a:ext cx="97245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29e5</a:t>
              </a:r>
              <a:endParaRPr lang="ko-KR" altLang="en-US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362" name="TextBox 361"/>
            <p:cNvSpPr txBox="1"/>
            <p:nvPr/>
          </p:nvSpPr>
          <p:spPr>
            <a:xfrm>
              <a:off x="8639224" y="942360"/>
              <a:ext cx="97245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29e6</a:t>
              </a:r>
              <a:endParaRPr lang="ko-KR" altLang="en-US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363" name="직사각형 362"/>
            <p:cNvSpPr/>
            <p:nvPr/>
          </p:nvSpPr>
          <p:spPr>
            <a:xfrm>
              <a:off x="7973453" y="1280910"/>
              <a:ext cx="576000" cy="432000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 smtClean="0">
                  <a:solidFill>
                    <a:schemeClr val="tx1"/>
                  </a:solidFill>
                </a:rPr>
                <a:t>10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364" name="직사각형 363"/>
            <p:cNvSpPr/>
            <p:nvPr/>
          </p:nvSpPr>
          <p:spPr>
            <a:xfrm>
              <a:off x="8837452" y="1280910"/>
              <a:ext cx="576000" cy="432000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 smtClean="0">
                  <a:solidFill>
                    <a:schemeClr val="tx1"/>
                  </a:solidFill>
                </a:rPr>
                <a:t>10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0" name="꺾인 연결선 29"/>
            <p:cNvCxnSpPr>
              <a:stCxn id="302" idx="1"/>
              <a:endCxn id="267" idx="1"/>
            </p:cNvCxnSpPr>
            <p:nvPr/>
          </p:nvCxnSpPr>
          <p:spPr>
            <a:xfrm rot="10800000">
              <a:off x="5183228" y="1975537"/>
              <a:ext cx="918228" cy="1990443"/>
            </a:xfrm>
            <a:prstGeom prst="bentConnector3">
              <a:avLst>
                <a:gd name="adj1" fmla="val 142876"/>
              </a:avLst>
            </a:prstGeom>
            <a:ln w="762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5" name="직사각형 364"/>
            <p:cNvSpPr/>
            <p:nvPr/>
          </p:nvSpPr>
          <p:spPr>
            <a:xfrm>
              <a:off x="7033934" y="3872583"/>
              <a:ext cx="720000" cy="43200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29e5</a:t>
              </a:r>
              <a:endParaRPr lang="ko-KR" altLang="en-US" sz="16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366" name="직사각형 365"/>
            <p:cNvSpPr/>
            <p:nvPr/>
          </p:nvSpPr>
          <p:spPr>
            <a:xfrm>
              <a:off x="7897931" y="3872583"/>
              <a:ext cx="720000" cy="43200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90h8</a:t>
              </a:r>
              <a:endParaRPr lang="ko-KR" altLang="en-US" sz="16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cxnSp>
          <p:nvCxnSpPr>
            <p:cNvPr id="367" name="꺾인 연결선 366"/>
            <p:cNvCxnSpPr>
              <a:stCxn id="305" idx="0"/>
              <a:endCxn id="360" idx="1"/>
            </p:cNvCxnSpPr>
            <p:nvPr/>
          </p:nvCxnSpPr>
          <p:spPr>
            <a:xfrm rot="5400000" flipH="1" flipV="1">
              <a:off x="6375144" y="2133949"/>
              <a:ext cx="2422392" cy="377769"/>
            </a:xfrm>
            <a:prstGeom prst="bentConnector2">
              <a:avLst/>
            </a:prstGeom>
            <a:ln w="762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8" name="꺾인 연결선 367"/>
            <p:cNvCxnSpPr>
              <a:stCxn id="318" idx="1"/>
              <a:endCxn id="296" idx="1"/>
            </p:cNvCxnSpPr>
            <p:nvPr/>
          </p:nvCxnSpPr>
          <p:spPr>
            <a:xfrm rot="10800000" flipH="1">
              <a:off x="8693455" y="2839419"/>
              <a:ext cx="809770" cy="1126556"/>
            </a:xfrm>
            <a:prstGeom prst="bentConnector3">
              <a:avLst>
                <a:gd name="adj1" fmla="val 39209"/>
              </a:avLst>
            </a:prstGeom>
            <a:ln w="762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579898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직사각형 80"/>
          <p:cNvSpPr>
            <a:spLocks noChangeAspect="1"/>
          </p:cNvSpPr>
          <p:nvPr/>
        </p:nvSpPr>
        <p:spPr>
          <a:xfrm>
            <a:off x="1187772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TextBox 82"/>
          <p:cNvSpPr txBox="1"/>
          <p:nvPr/>
        </p:nvSpPr>
        <p:spPr>
          <a:xfrm>
            <a:off x="1133543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86" name="직사각형 85"/>
          <p:cNvSpPr>
            <a:spLocks noChangeAspect="1"/>
          </p:cNvSpPr>
          <p:nvPr/>
        </p:nvSpPr>
        <p:spPr>
          <a:xfrm>
            <a:off x="2051772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TextBox 86"/>
          <p:cNvSpPr txBox="1"/>
          <p:nvPr/>
        </p:nvSpPr>
        <p:spPr>
          <a:xfrm>
            <a:off x="1997543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88" name="직사각형 87"/>
          <p:cNvSpPr>
            <a:spLocks noChangeAspect="1"/>
          </p:cNvSpPr>
          <p:nvPr/>
        </p:nvSpPr>
        <p:spPr>
          <a:xfrm>
            <a:off x="2915771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TextBox 88"/>
          <p:cNvSpPr txBox="1"/>
          <p:nvPr/>
        </p:nvSpPr>
        <p:spPr>
          <a:xfrm>
            <a:off x="2861542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0" name="직사각형 89"/>
          <p:cNvSpPr>
            <a:spLocks noChangeAspect="1"/>
          </p:cNvSpPr>
          <p:nvPr/>
        </p:nvSpPr>
        <p:spPr>
          <a:xfrm>
            <a:off x="3779771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TextBox 90"/>
          <p:cNvSpPr txBox="1"/>
          <p:nvPr/>
        </p:nvSpPr>
        <p:spPr>
          <a:xfrm>
            <a:off x="3725542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2" name="직사각형 91"/>
          <p:cNvSpPr>
            <a:spLocks noChangeAspect="1"/>
          </p:cNvSpPr>
          <p:nvPr/>
        </p:nvSpPr>
        <p:spPr>
          <a:xfrm>
            <a:off x="4643770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3" name="TextBox 92"/>
          <p:cNvSpPr txBox="1"/>
          <p:nvPr/>
        </p:nvSpPr>
        <p:spPr>
          <a:xfrm>
            <a:off x="4589541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4" name="직사각형 93"/>
          <p:cNvSpPr>
            <a:spLocks noChangeAspect="1"/>
          </p:cNvSpPr>
          <p:nvPr/>
        </p:nvSpPr>
        <p:spPr>
          <a:xfrm>
            <a:off x="1187772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5" name="TextBox 94"/>
          <p:cNvSpPr txBox="1"/>
          <p:nvPr/>
        </p:nvSpPr>
        <p:spPr>
          <a:xfrm>
            <a:off x="1133543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6" name="직사각형 95"/>
          <p:cNvSpPr>
            <a:spLocks noChangeAspect="1"/>
          </p:cNvSpPr>
          <p:nvPr/>
        </p:nvSpPr>
        <p:spPr>
          <a:xfrm>
            <a:off x="2051772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TextBox 96"/>
          <p:cNvSpPr txBox="1"/>
          <p:nvPr/>
        </p:nvSpPr>
        <p:spPr>
          <a:xfrm>
            <a:off x="1997543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8" name="직사각형 97"/>
          <p:cNvSpPr>
            <a:spLocks noChangeAspect="1"/>
          </p:cNvSpPr>
          <p:nvPr/>
        </p:nvSpPr>
        <p:spPr>
          <a:xfrm>
            <a:off x="2915771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9" name="TextBox 98"/>
          <p:cNvSpPr txBox="1"/>
          <p:nvPr/>
        </p:nvSpPr>
        <p:spPr>
          <a:xfrm>
            <a:off x="2861542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0" name="직사각형 99"/>
          <p:cNvSpPr>
            <a:spLocks noChangeAspect="1"/>
          </p:cNvSpPr>
          <p:nvPr/>
        </p:nvSpPr>
        <p:spPr>
          <a:xfrm>
            <a:off x="3779771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1" name="TextBox 100"/>
          <p:cNvSpPr txBox="1"/>
          <p:nvPr/>
        </p:nvSpPr>
        <p:spPr>
          <a:xfrm>
            <a:off x="3725542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2" name="직사각형 101"/>
          <p:cNvSpPr>
            <a:spLocks noChangeAspect="1"/>
          </p:cNvSpPr>
          <p:nvPr/>
        </p:nvSpPr>
        <p:spPr>
          <a:xfrm>
            <a:off x="4643770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" name="TextBox 102"/>
          <p:cNvSpPr txBox="1"/>
          <p:nvPr/>
        </p:nvSpPr>
        <p:spPr>
          <a:xfrm>
            <a:off x="4589541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4" name="직사각형 103"/>
          <p:cNvSpPr>
            <a:spLocks noChangeAspect="1"/>
          </p:cNvSpPr>
          <p:nvPr/>
        </p:nvSpPr>
        <p:spPr>
          <a:xfrm>
            <a:off x="1187772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5" name="TextBox 104"/>
          <p:cNvSpPr txBox="1"/>
          <p:nvPr/>
        </p:nvSpPr>
        <p:spPr>
          <a:xfrm>
            <a:off x="1133543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6" name="직사각형 105"/>
          <p:cNvSpPr>
            <a:spLocks noChangeAspect="1"/>
          </p:cNvSpPr>
          <p:nvPr/>
        </p:nvSpPr>
        <p:spPr>
          <a:xfrm>
            <a:off x="2051772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7" name="TextBox 106"/>
          <p:cNvSpPr txBox="1"/>
          <p:nvPr/>
        </p:nvSpPr>
        <p:spPr>
          <a:xfrm>
            <a:off x="1997543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8" name="직사각형 107"/>
          <p:cNvSpPr>
            <a:spLocks noChangeAspect="1"/>
          </p:cNvSpPr>
          <p:nvPr/>
        </p:nvSpPr>
        <p:spPr>
          <a:xfrm>
            <a:off x="2915771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9" name="TextBox 108"/>
          <p:cNvSpPr txBox="1"/>
          <p:nvPr/>
        </p:nvSpPr>
        <p:spPr>
          <a:xfrm>
            <a:off x="2861542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0" name="직사각형 109"/>
          <p:cNvSpPr>
            <a:spLocks noChangeAspect="1"/>
          </p:cNvSpPr>
          <p:nvPr/>
        </p:nvSpPr>
        <p:spPr>
          <a:xfrm>
            <a:off x="3779771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1" name="TextBox 110"/>
          <p:cNvSpPr txBox="1"/>
          <p:nvPr/>
        </p:nvSpPr>
        <p:spPr>
          <a:xfrm>
            <a:off x="3725542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2" name="직사각형 111"/>
          <p:cNvSpPr>
            <a:spLocks noChangeAspect="1"/>
          </p:cNvSpPr>
          <p:nvPr/>
        </p:nvSpPr>
        <p:spPr>
          <a:xfrm>
            <a:off x="4643770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3" name="TextBox 112"/>
          <p:cNvSpPr txBox="1"/>
          <p:nvPr/>
        </p:nvSpPr>
        <p:spPr>
          <a:xfrm>
            <a:off x="4589541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4" name="직사각형 113"/>
          <p:cNvSpPr>
            <a:spLocks noChangeAspect="1"/>
          </p:cNvSpPr>
          <p:nvPr/>
        </p:nvSpPr>
        <p:spPr>
          <a:xfrm>
            <a:off x="6451196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5" name="TextBox 114"/>
          <p:cNvSpPr txBox="1"/>
          <p:nvPr/>
        </p:nvSpPr>
        <p:spPr>
          <a:xfrm>
            <a:off x="6396967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6" name="직사각형 115"/>
          <p:cNvSpPr>
            <a:spLocks noChangeAspect="1"/>
          </p:cNvSpPr>
          <p:nvPr/>
        </p:nvSpPr>
        <p:spPr>
          <a:xfrm>
            <a:off x="7315196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7" name="TextBox 116"/>
          <p:cNvSpPr txBox="1"/>
          <p:nvPr/>
        </p:nvSpPr>
        <p:spPr>
          <a:xfrm>
            <a:off x="7260967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8" name="직사각형 117"/>
          <p:cNvSpPr>
            <a:spLocks noChangeAspect="1"/>
          </p:cNvSpPr>
          <p:nvPr/>
        </p:nvSpPr>
        <p:spPr>
          <a:xfrm>
            <a:off x="8179195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9" name="TextBox 118"/>
          <p:cNvSpPr txBox="1"/>
          <p:nvPr/>
        </p:nvSpPr>
        <p:spPr>
          <a:xfrm>
            <a:off x="8124966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0" name="직사각형 119"/>
          <p:cNvSpPr>
            <a:spLocks noChangeAspect="1"/>
          </p:cNvSpPr>
          <p:nvPr/>
        </p:nvSpPr>
        <p:spPr>
          <a:xfrm>
            <a:off x="9043195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1" name="TextBox 120"/>
          <p:cNvSpPr txBox="1"/>
          <p:nvPr/>
        </p:nvSpPr>
        <p:spPr>
          <a:xfrm>
            <a:off x="8988966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2" name="직사각형 121"/>
          <p:cNvSpPr>
            <a:spLocks noChangeAspect="1"/>
          </p:cNvSpPr>
          <p:nvPr/>
        </p:nvSpPr>
        <p:spPr>
          <a:xfrm>
            <a:off x="9907194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3" name="TextBox 122"/>
          <p:cNvSpPr txBox="1"/>
          <p:nvPr/>
        </p:nvSpPr>
        <p:spPr>
          <a:xfrm>
            <a:off x="9852965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4" name="직사각형 123"/>
          <p:cNvSpPr>
            <a:spLocks noChangeAspect="1"/>
          </p:cNvSpPr>
          <p:nvPr/>
        </p:nvSpPr>
        <p:spPr>
          <a:xfrm>
            <a:off x="6451196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5" name="TextBox 124"/>
          <p:cNvSpPr txBox="1"/>
          <p:nvPr/>
        </p:nvSpPr>
        <p:spPr>
          <a:xfrm>
            <a:off x="6396967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6" name="직사각형 125"/>
          <p:cNvSpPr>
            <a:spLocks noChangeAspect="1"/>
          </p:cNvSpPr>
          <p:nvPr/>
        </p:nvSpPr>
        <p:spPr>
          <a:xfrm>
            <a:off x="7315196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7" name="TextBox 126"/>
          <p:cNvSpPr txBox="1"/>
          <p:nvPr/>
        </p:nvSpPr>
        <p:spPr>
          <a:xfrm>
            <a:off x="7260967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8" name="직사각형 127"/>
          <p:cNvSpPr>
            <a:spLocks noChangeAspect="1"/>
          </p:cNvSpPr>
          <p:nvPr/>
        </p:nvSpPr>
        <p:spPr>
          <a:xfrm>
            <a:off x="8179195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9" name="TextBox 128"/>
          <p:cNvSpPr txBox="1"/>
          <p:nvPr/>
        </p:nvSpPr>
        <p:spPr>
          <a:xfrm>
            <a:off x="8124966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0" name="직사각형 129"/>
          <p:cNvSpPr>
            <a:spLocks noChangeAspect="1"/>
          </p:cNvSpPr>
          <p:nvPr/>
        </p:nvSpPr>
        <p:spPr>
          <a:xfrm>
            <a:off x="9043195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1" name="TextBox 130"/>
          <p:cNvSpPr txBox="1"/>
          <p:nvPr/>
        </p:nvSpPr>
        <p:spPr>
          <a:xfrm>
            <a:off x="8988966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2" name="직사각형 131"/>
          <p:cNvSpPr>
            <a:spLocks noChangeAspect="1"/>
          </p:cNvSpPr>
          <p:nvPr/>
        </p:nvSpPr>
        <p:spPr>
          <a:xfrm>
            <a:off x="9907194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3" name="TextBox 132"/>
          <p:cNvSpPr txBox="1"/>
          <p:nvPr/>
        </p:nvSpPr>
        <p:spPr>
          <a:xfrm>
            <a:off x="9852965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4" name="직사각형 133"/>
          <p:cNvSpPr>
            <a:spLocks noChangeAspect="1"/>
          </p:cNvSpPr>
          <p:nvPr/>
        </p:nvSpPr>
        <p:spPr>
          <a:xfrm>
            <a:off x="6451196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5" name="TextBox 134"/>
          <p:cNvSpPr txBox="1"/>
          <p:nvPr/>
        </p:nvSpPr>
        <p:spPr>
          <a:xfrm>
            <a:off x="6396967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6" name="직사각형 135"/>
          <p:cNvSpPr>
            <a:spLocks noChangeAspect="1"/>
          </p:cNvSpPr>
          <p:nvPr/>
        </p:nvSpPr>
        <p:spPr>
          <a:xfrm>
            <a:off x="7315196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7" name="TextBox 136"/>
          <p:cNvSpPr txBox="1"/>
          <p:nvPr/>
        </p:nvSpPr>
        <p:spPr>
          <a:xfrm>
            <a:off x="7260967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8" name="직사각형 137"/>
          <p:cNvSpPr>
            <a:spLocks noChangeAspect="1"/>
          </p:cNvSpPr>
          <p:nvPr/>
        </p:nvSpPr>
        <p:spPr>
          <a:xfrm>
            <a:off x="8179195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9" name="TextBox 138"/>
          <p:cNvSpPr txBox="1"/>
          <p:nvPr/>
        </p:nvSpPr>
        <p:spPr>
          <a:xfrm>
            <a:off x="8124966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0" name="직사각형 139"/>
          <p:cNvSpPr>
            <a:spLocks noChangeAspect="1"/>
          </p:cNvSpPr>
          <p:nvPr/>
        </p:nvSpPr>
        <p:spPr>
          <a:xfrm>
            <a:off x="9043195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1" name="TextBox 140"/>
          <p:cNvSpPr txBox="1"/>
          <p:nvPr/>
        </p:nvSpPr>
        <p:spPr>
          <a:xfrm>
            <a:off x="8988966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2" name="직사각형 141"/>
          <p:cNvSpPr>
            <a:spLocks noChangeAspect="1"/>
          </p:cNvSpPr>
          <p:nvPr/>
        </p:nvSpPr>
        <p:spPr>
          <a:xfrm>
            <a:off x="9907194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3" name="TextBox 142"/>
          <p:cNvSpPr txBox="1"/>
          <p:nvPr/>
        </p:nvSpPr>
        <p:spPr>
          <a:xfrm>
            <a:off x="9852965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4" name="직사각형 143"/>
          <p:cNvSpPr>
            <a:spLocks noChangeAspect="1"/>
          </p:cNvSpPr>
          <p:nvPr/>
        </p:nvSpPr>
        <p:spPr>
          <a:xfrm>
            <a:off x="1198457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5" name="TextBox 144"/>
          <p:cNvSpPr txBox="1"/>
          <p:nvPr/>
        </p:nvSpPr>
        <p:spPr>
          <a:xfrm>
            <a:off x="1144228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6" name="직사각형 145"/>
          <p:cNvSpPr>
            <a:spLocks noChangeAspect="1"/>
          </p:cNvSpPr>
          <p:nvPr/>
        </p:nvSpPr>
        <p:spPr>
          <a:xfrm>
            <a:off x="2062457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7" name="TextBox 146"/>
          <p:cNvSpPr txBox="1"/>
          <p:nvPr/>
        </p:nvSpPr>
        <p:spPr>
          <a:xfrm>
            <a:off x="2008228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8" name="직사각형 147"/>
          <p:cNvSpPr>
            <a:spLocks noChangeAspect="1"/>
          </p:cNvSpPr>
          <p:nvPr/>
        </p:nvSpPr>
        <p:spPr>
          <a:xfrm>
            <a:off x="2926456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9" name="TextBox 148"/>
          <p:cNvSpPr txBox="1"/>
          <p:nvPr/>
        </p:nvSpPr>
        <p:spPr>
          <a:xfrm>
            <a:off x="2872227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0" name="직사각형 149"/>
          <p:cNvSpPr>
            <a:spLocks noChangeAspect="1"/>
          </p:cNvSpPr>
          <p:nvPr/>
        </p:nvSpPr>
        <p:spPr>
          <a:xfrm>
            <a:off x="3790456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1" name="TextBox 150"/>
          <p:cNvSpPr txBox="1"/>
          <p:nvPr/>
        </p:nvSpPr>
        <p:spPr>
          <a:xfrm>
            <a:off x="3736227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2" name="직사각형 151"/>
          <p:cNvSpPr>
            <a:spLocks noChangeAspect="1"/>
          </p:cNvSpPr>
          <p:nvPr/>
        </p:nvSpPr>
        <p:spPr>
          <a:xfrm>
            <a:off x="4654455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3" name="TextBox 152"/>
          <p:cNvSpPr txBox="1"/>
          <p:nvPr/>
        </p:nvSpPr>
        <p:spPr>
          <a:xfrm>
            <a:off x="4600226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4" name="직사각형 153"/>
          <p:cNvSpPr>
            <a:spLocks noChangeAspect="1"/>
          </p:cNvSpPr>
          <p:nvPr/>
        </p:nvSpPr>
        <p:spPr>
          <a:xfrm>
            <a:off x="1198457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5" name="TextBox 154"/>
          <p:cNvSpPr txBox="1"/>
          <p:nvPr/>
        </p:nvSpPr>
        <p:spPr>
          <a:xfrm>
            <a:off x="1144228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6" name="직사각형 155"/>
          <p:cNvSpPr>
            <a:spLocks noChangeAspect="1"/>
          </p:cNvSpPr>
          <p:nvPr/>
        </p:nvSpPr>
        <p:spPr>
          <a:xfrm>
            <a:off x="2062457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7" name="TextBox 156"/>
          <p:cNvSpPr txBox="1"/>
          <p:nvPr/>
        </p:nvSpPr>
        <p:spPr>
          <a:xfrm>
            <a:off x="2008228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8" name="직사각형 157"/>
          <p:cNvSpPr>
            <a:spLocks noChangeAspect="1"/>
          </p:cNvSpPr>
          <p:nvPr/>
        </p:nvSpPr>
        <p:spPr>
          <a:xfrm>
            <a:off x="2926456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9" name="TextBox 158"/>
          <p:cNvSpPr txBox="1"/>
          <p:nvPr/>
        </p:nvSpPr>
        <p:spPr>
          <a:xfrm>
            <a:off x="2872227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0" name="직사각형 159"/>
          <p:cNvSpPr>
            <a:spLocks noChangeAspect="1"/>
          </p:cNvSpPr>
          <p:nvPr/>
        </p:nvSpPr>
        <p:spPr>
          <a:xfrm>
            <a:off x="3790456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1" name="TextBox 160"/>
          <p:cNvSpPr txBox="1"/>
          <p:nvPr/>
        </p:nvSpPr>
        <p:spPr>
          <a:xfrm>
            <a:off x="3736227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2" name="직사각형 161"/>
          <p:cNvSpPr>
            <a:spLocks noChangeAspect="1"/>
          </p:cNvSpPr>
          <p:nvPr/>
        </p:nvSpPr>
        <p:spPr>
          <a:xfrm>
            <a:off x="4654455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3" name="TextBox 162"/>
          <p:cNvSpPr txBox="1"/>
          <p:nvPr/>
        </p:nvSpPr>
        <p:spPr>
          <a:xfrm>
            <a:off x="4600226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4" name="직사각형 163"/>
          <p:cNvSpPr>
            <a:spLocks noChangeAspect="1"/>
          </p:cNvSpPr>
          <p:nvPr/>
        </p:nvSpPr>
        <p:spPr>
          <a:xfrm>
            <a:off x="1198457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5" name="TextBox 164"/>
          <p:cNvSpPr txBox="1"/>
          <p:nvPr/>
        </p:nvSpPr>
        <p:spPr>
          <a:xfrm>
            <a:off x="1144228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6" name="직사각형 165"/>
          <p:cNvSpPr>
            <a:spLocks noChangeAspect="1"/>
          </p:cNvSpPr>
          <p:nvPr/>
        </p:nvSpPr>
        <p:spPr>
          <a:xfrm>
            <a:off x="2062457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7" name="TextBox 166"/>
          <p:cNvSpPr txBox="1"/>
          <p:nvPr/>
        </p:nvSpPr>
        <p:spPr>
          <a:xfrm>
            <a:off x="2008228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8" name="직사각형 167"/>
          <p:cNvSpPr>
            <a:spLocks noChangeAspect="1"/>
          </p:cNvSpPr>
          <p:nvPr/>
        </p:nvSpPr>
        <p:spPr>
          <a:xfrm>
            <a:off x="2926456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9" name="TextBox 168"/>
          <p:cNvSpPr txBox="1"/>
          <p:nvPr/>
        </p:nvSpPr>
        <p:spPr>
          <a:xfrm>
            <a:off x="2872227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0" name="직사각형 169"/>
          <p:cNvSpPr>
            <a:spLocks noChangeAspect="1"/>
          </p:cNvSpPr>
          <p:nvPr/>
        </p:nvSpPr>
        <p:spPr>
          <a:xfrm>
            <a:off x="3790456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1" name="TextBox 170"/>
          <p:cNvSpPr txBox="1"/>
          <p:nvPr/>
        </p:nvSpPr>
        <p:spPr>
          <a:xfrm>
            <a:off x="3736227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2" name="직사각형 171"/>
          <p:cNvSpPr>
            <a:spLocks noChangeAspect="1"/>
          </p:cNvSpPr>
          <p:nvPr/>
        </p:nvSpPr>
        <p:spPr>
          <a:xfrm>
            <a:off x="4654455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3" name="TextBox 172"/>
          <p:cNvSpPr txBox="1"/>
          <p:nvPr/>
        </p:nvSpPr>
        <p:spPr>
          <a:xfrm>
            <a:off x="4600226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4" name="직사각형 173"/>
          <p:cNvSpPr>
            <a:spLocks noChangeAspect="1"/>
          </p:cNvSpPr>
          <p:nvPr/>
        </p:nvSpPr>
        <p:spPr>
          <a:xfrm>
            <a:off x="6461881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5" name="TextBox 174"/>
          <p:cNvSpPr txBox="1"/>
          <p:nvPr/>
        </p:nvSpPr>
        <p:spPr>
          <a:xfrm>
            <a:off x="6407652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6" name="직사각형 175"/>
          <p:cNvSpPr>
            <a:spLocks noChangeAspect="1"/>
          </p:cNvSpPr>
          <p:nvPr/>
        </p:nvSpPr>
        <p:spPr>
          <a:xfrm>
            <a:off x="7325881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7" name="TextBox 176"/>
          <p:cNvSpPr txBox="1"/>
          <p:nvPr/>
        </p:nvSpPr>
        <p:spPr>
          <a:xfrm>
            <a:off x="7271652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8" name="직사각형 177"/>
          <p:cNvSpPr>
            <a:spLocks noChangeAspect="1"/>
          </p:cNvSpPr>
          <p:nvPr/>
        </p:nvSpPr>
        <p:spPr>
          <a:xfrm>
            <a:off x="8189880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9" name="TextBox 178"/>
          <p:cNvSpPr txBox="1"/>
          <p:nvPr/>
        </p:nvSpPr>
        <p:spPr>
          <a:xfrm>
            <a:off x="8135651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0" name="직사각형 179"/>
          <p:cNvSpPr>
            <a:spLocks noChangeAspect="1"/>
          </p:cNvSpPr>
          <p:nvPr/>
        </p:nvSpPr>
        <p:spPr>
          <a:xfrm>
            <a:off x="9053880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1" name="TextBox 180"/>
          <p:cNvSpPr txBox="1"/>
          <p:nvPr/>
        </p:nvSpPr>
        <p:spPr>
          <a:xfrm>
            <a:off x="8999651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2" name="직사각형 181"/>
          <p:cNvSpPr>
            <a:spLocks noChangeAspect="1"/>
          </p:cNvSpPr>
          <p:nvPr/>
        </p:nvSpPr>
        <p:spPr>
          <a:xfrm>
            <a:off x="9917879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3" name="TextBox 182"/>
          <p:cNvSpPr txBox="1"/>
          <p:nvPr/>
        </p:nvSpPr>
        <p:spPr>
          <a:xfrm>
            <a:off x="9863650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4" name="직사각형 183"/>
          <p:cNvSpPr>
            <a:spLocks noChangeAspect="1"/>
          </p:cNvSpPr>
          <p:nvPr/>
        </p:nvSpPr>
        <p:spPr>
          <a:xfrm>
            <a:off x="6461881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5" name="TextBox 184"/>
          <p:cNvSpPr txBox="1"/>
          <p:nvPr/>
        </p:nvSpPr>
        <p:spPr>
          <a:xfrm>
            <a:off x="6407652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6" name="직사각형 185"/>
          <p:cNvSpPr>
            <a:spLocks noChangeAspect="1"/>
          </p:cNvSpPr>
          <p:nvPr/>
        </p:nvSpPr>
        <p:spPr>
          <a:xfrm>
            <a:off x="7325881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7" name="TextBox 186"/>
          <p:cNvSpPr txBox="1"/>
          <p:nvPr/>
        </p:nvSpPr>
        <p:spPr>
          <a:xfrm>
            <a:off x="7271652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8" name="직사각형 187"/>
          <p:cNvSpPr>
            <a:spLocks noChangeAspect="1"/>
          </p:cNvSpPr>
          <p:nvPr/>
        </p:nvSpPr>
        <p:spPr>
          <a:xfrm>
            <a:off x="8189880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9" name="TextBox 188"/>
          <p:cNvSpPr txBox="1"/>
          <p:nvPr/>
        </p:nvSpPr>
        <p:spPr>
          <a:xfrm>
            <a:off x="8135651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0" name="직사각형 189"/>
          <p:cNvSpPr>
            <a:spLocks noChangeAspect="1"/>
          </p:cNvSpPr>
          <p:nvPr/>
        </p:nvSpPr>
        <p:spPr>
          <a:xfrm>
            <a:off x="9053880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1" name="TextBox 190"/>
          <p:cNvSpPr txBox="1"/>
          <p:nvPr/>
        </p:nvSpPr>
        <p:spPr>
          <a:xfrm>
            <a:off x="8999651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2" name="직사각형 191"/>
          <p:cNvSpPr>
            <a:spLocks noChangeAspect="1"/>
          </p:cNvSpPr>
          <p:nvPr/>
        </p:nvSpPr>
        <p:spPr>
          <a:xfrm>
            <a:off x="9917879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3" name="TextBox 192"/>
          <p:cNvSpPr txBox="1"/>
          <p:nvPr/>
        </p:nvSpPr>
        <p:spPr>
          <a:xfrm>
            <a:off x="9863650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4" name="직사각형 193"/>
          <p:cNvSpPr>
            <a:spLocks noChangeAspect="1"/>
          </p:cNvSpPr>
          <p:nvPr/>
        </p:nvSpPr>
        <p:spPr>
          <a:xfrm>
            <a:off x="6461881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5" name="TextBox 194"/>
          <p:cNvSpPr txBox="1"/>
          <p:nvPr/>
        </p:nvSpPr>
        <p:spPr>
          <a:xfrm>
            <a:off x="6407652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6" name="직사각형 195"/>
          <p:cNvSpPr>
            <a:spLocks noChangeAspect="1"/>
          </p:cNvSpPr>
          <p:nvPr/>
        </p:nvSpPr>
        <p:spPr>
          <a:xfrm>
            <a:off x="7325881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7" name="TextBox 196"/>
          <p:cNvSpPr txBox="1"/>
          <p:nvPr/>
        </p:nvSpPr>
        <p:spPr>
          <a:xfrm>
            <a:off x="7271652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8" name="직사각형 197"/>
          <p:cNvSpPr>
            <a:spLocks noChangeAspect="1"/>
          </p:cNvSpPr>
          <p:nvPr/>
        </p:nvSpPr>
        <p:spPr>
          <a:xfrm>
            <a:off x="8189880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9" name="TextBox 198"/>
          <p:cNvSpPr txBox="1"/>
          <p:nvPr/>
        </p:nvSpPr>
        <p:spPr>
          <a:xfrm>
            <a:off x="8135651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00" name="직사각형 199"/>
          <p:cNvSpPr>
            <a:spLocks noChangeAspect="1"/>
          </p:cNvSpPr>
          <p:nvPr/>
        </p:nvSpPr>
        <p:spPr>
          <a:xfrm>
            <a:off x="9053880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1" name="TextBox 200"/>
          <p:cNvSpPr txBox="1"/>
          <p:nvPr/>
        </p:nvSpPr>
        <p:spPr>
          <a:xfrm>
            <a:off x="8999651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02" name="직사각형 201"/>
          <p:cNvSpPr>
            <a:spLocks noChangeAspect="1"/>
          </p:cNvSpPr>
          <p:nvPr/>
        </p:nvSpPr>
        <p:spPr>
          <a:xfrm>
            <a:off x="9917879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3" name="TextBox 202"/>
          <p:cNvSpPr txBox="1"/>
          <p:nvPr/>
        </p:nvSpPr>
        <p:spPr>
          <a:xfrm>
            <a:off x="9863650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04" name="직사각형 203"/>
          <p:cNvSpPr/>
          <p:nvPr/>
        </p:nvSpPr>
        <p:spPr>
          <a:xfrm>
            <a:off x="3934455" y="1026918"/>
            <a:ext cx="576000" cy="432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>
                <a:solidFill>
                  <a:schemeClr val="tx1"/>
                </a:solidFill>
              </a:rPr>
              <a:t>10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318030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그룹 43"/>
          <p:cNvGrpSpPr/>
          <p:nvPr/>
        </p:nvGrpSpPr>
        <p:grpSpPr>
          <a:xfrm>
            <a:off x="2148327" y="2078669"/>
            <a:ext cx="6911997" cy="4149109"/>
            <a:chOff x="2148327" y="2078669"/>
            <a:chExt cx="6911997" cy="4149109"/>
          </a:xfrm>
        </p:grpSpPr>
        <p:sp>
          <p:nvSpPr>
            <p:cNvPr id="84" name="직사각형 83"/>
            <p:cNvSpPr>
              <a:spLocks noChangeAspect="1"/>
            </p:cNvSpPr>
            <p:nvPr/>
          </p:nvSpPr>
          <p:spPr>
            <a:xfrm>
              <a:off x="6468325" y="3636109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6" name="직사각형 85"/>
            <p:cNvSpPr>
              <a:spLocks noChangeAspect="1"/>
            </p:cNvSpPr>
            <p:nvPr/>
          </p:nvSpPr>
          <p:spPr>
            <a:xfrm>
              <a:off x="7332325" y="3636109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8" name="직사각형 87"/>
            <p:cNvSpPr>
              <a:spLocks noChangeAspect="1"/>
            </p:cNvSpPr>
            <p:nvPr/>
          </p:nvSpPr>
          <p:spPr>
            <a:xfrm>
              <a:off x="8196324" y="3636109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4" name="직사각형 93"/>
            <p:cNvSpPr>
              <a:spLocks noChangeAspect="1"/>
            </p:cNvSpPr>
            <p:nvPr/>
          </p:nvSpPr>
          <p:spPr>
            <a:xfrm>
              <a:off x="6468325" y="4500000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6" name="직사각형 95"/>
            <p:cNvSpPr>
              <a:spLocks noChangeAspect="1"/>
            </p:cNvSpPr>
            <p:nvPr/>
          </p:nvSpPr>
          <p:spPr>
            <a:xfrm>
              <a:off x="7332325" y="4500000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8" name="직사각형 97"/>
            <p:cNvSpPr>
              <a:spLocks noChangeAspect="1"/>
            </p:cNvSpPr>
            <p:nvPr/>
          </p:nvSpPr>
          <p:spPr>
            <a:xfrm>
              <a:off x="8196324" y="4500000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8" name="직사각형 107"/>
            <p:cNvSpPr>
              <a:spLocks noChangeAspect="1"/>
            </p:cNvSpPr>
            <p:nvPr/>
          </p:nvSpPr>
          <p:spPr>
            <a:xfrm>
              <a:off x="6468325" y="5363887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0" name="직사각형 109"/>
            <p:cNvSpPr>
              <a:spLocks noChangeAspect="1"/>
            </p:cNvSpPr>
            <p:nvPr/>
          </p:nvSpPr>
          <p:spPr>
            <a:xfrm>
              <a:off x="7332325" y="5363887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4" name="직사각형 113"/>
            <p:cNvSpPr>
              <a:spLocks noChangeAspect="1"/>
            </p:cNvSpPr>
            <p:nvPr/>
          </p:nvSpPr>
          <p:spPr>
            <a:xfrm>
              <a:off x="8196324" y="5363887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4" name="직사각형 123"/>
            <p:cNvSpPr>
              <a:spLocks noChangeAspect="1"/>
            </p:cNvSpPr>
            <p:nvPr/>
          </p:nvSpPr>
          <p:spPr>
            <a:xfrm>
              <a:off x="2148328" y="3636109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6" name="직사각형 125"/>
            <p:cNvSpPr>
              <a:spLocks noChangeAspect="1"/>
            </p:cNvSpPr>
            <p:nvPr/>
          </p:nvSpPr>
          <p:spPr>
            <a:xfrm>
              <a:off x="3012328" y="3636109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8" name="직사각형 127"/>
            <p:cNvSpPr>
              <a:spLocks noChangeAspect="1"/>
            </p:cNvSpPr>
            <p:nvPr/>
          </p:nvSpPr>
          <p:spPr>
            <a:xfrm>
              <a:off x="3876327" y="3636109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9" name="직사각형 128"/>
            <p:cNvSpPr>
              <a:spLocks noChangeAspect="1"/>
            </p:cNvSpPr>
            <p:nvPr/>
          </p:nvSpPr>
          <p:spPr>
            <a:xfrm>
              <a:off x="4740327" y="3636109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0" name="직사각형 129"/>
            <p:cNvSpPr>
              <a:spLocks noChangeAspect="1"/>
            </p:cNvSpPr>
            <p:nvPr/>
          </p:nvSpPr>
          <p:spPr>
            <a:xfrm>
              <a:off x="5604326" y="3636109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1" name="직사각형 130"/>
            <p:cNvSpPr>
              <a:spLocks noChangeAspect="1"/>
            </p:cNvSpPr>
            <p:nvPr/>
          </p:nvSpPr>
          <p:spPr>
            <a:xfrm>
              <a:off x="2148328" y="4500000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5" name="직사각형 134"/>
            <p:cNvSpPr>
              <a:spLocks noChangeAspect="1"/>
            </p:cNvSpPr>
            <p:nvPr/>
          </p:nvSpPr>
          <p:spPr>
            <a:xfrm>
              <a:off x="3012328" y="4500000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8" name="직사각형 137"/>
            <p:cNvSpPr>
              <a:spLocks noChangeAspect="1"/>
            </p:cNvSpPr>
            <p:nvPr/>
          </p:nvSpPr>
          <p:spPr>
            <a:xfrm>
              <a:off x="3876327" y="4500000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9" name="직사각형 138"/>
            <p:cNvSpPr>
              <a:spLocks noChangeAspect="1"/>
            </p:cNvSpPr>
            <p:nvPr/>
          </p:nvSpPr>
          <p:spPr>
            <a:xfrm>
              <a:off x="4740327" y="4500000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0" name="직사각형 139"/>
            <p:cNvSpPr>
              <a:spLocks noChangeAspect="1"/>
            </p:cNvSpPr>
            <p:nvPr/>
          </p:nvSpPr>
          <p:spPr>
            <a:xfrm>
              <a:off x="5604326" y="4500000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5" name="직사각형 144"/>
            <p:cNvSpPr>
              <a:spLocks noChangeAspect="1"/>
            </p:cNvSpPr>
            <p:nvPr/>
          </p:nvSpPr>
          <p:spPr>
            <a:xfrm>
              <a:off x="2148328" y="5363887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9" name="직사각형 158"/>
            <p:cNvSpPr>
              <a:spLocks noChangeAspect="1"/>
            </p:cNvSpPr>
            <p:nvPr/>
          </p:nvSpPr>
          <p:spPr>
            <a:xfrm>
              <a:off x="3012328" y="5363887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0" name="직사각형 159"/>
            <p:cNvSpPr>
              <a:spLocks noChangeAspect="1"/>
            </p:cNvSpPr>
            <p:nvPr/>
          </p:nvSpPr>
          <p:spPr>
            <a:xfrm>
              <a:off x="3876327" y="5363887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7" name="직사각형 176"/>
            <p:cNvSpPr>
              <a:spLocks noChangeAspect="1"/>
            </p:cNvSpPr>
            <p:nvPr/>
          </p:nvSpPr>
          <p:spPr>
            <a:xfrm>
              <a:off x="4740327" y="5363887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8" name="직사각형 177"/>
            <p:cNvSpPr>
              <a:spLocks noChangeAspect="1"/>
            </p:cNvSpPr>
            <p:nvPr/>
          </p:nvSpPr>
          <p:spPr>
            <a:xfrm>
              <a:off x="5604326" y="5363887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7" name="직사각형 186"/>
            <p:cNvSpPr>
              <a:spLocks noChangeAspect="1"/>
            </p:cNvSpPr>
            <p:nvPr/>
          </p:nvSpPr>
          <p:spPr>
            <a:xfrm>
              <a:off x="6468324" y="2772222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8" name="직사각형 187"/>
            <p:cNvSpPr>
              <a:spLocks noChangeAspect="1"/>
            </p:cNvSpPr>
            <p:nvPr/>
          </p:nvSpPr>
          <p:spPr>
            <a:xfrm>
              <a:off x="7332324" y="2772222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9" name="직사각형 188"/>
            <p:cNvSpPr>
              <a:spLocks noChangeAspect="1"/>
            </p:cNvSpPr>
            <p:nvPr/>
          </p:nvSpPr>
          <p:spPr>
            <a:xfrm>
              <a:off x="8196323" y="2772222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7" name="직사각형 196"/>
            <p:cNvSpPr>
              <a:spLocks noChangeAspect="1"/>
            </p:cNvSpPr>
            <p:nvPr/>
          </p:nvSpPr>
          <p:spPr>
            <a:xfrm>
              <a:off x="2148327" y="2772222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8" name="직사각형 197"/>
            <p:cNvSpPr>
              <a:spLocks noChangeAspect="1"/>
            </p:cNvSpPr>
            <p:nvPr/>
          </p:nvSpPr>
          <p:spPr>
            <a:xfrm>
              <a:off x="3012327" y="2772222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9" name="직사각형 198"/>
            <p:cNvSpPr>
              <a:spLocks noChangeAspect="1"/>
            </p:cNvSpPr>
            <p:nvPr/>
          </p:nvSpPr>
          <p:spPr>
            <a:xfrm>
              <a:off x="3876326" y="2772222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0" name="직사각형 199"/>
            <p:cNvSpPr>
              <a:spLocks noChangeAspect="1"/>
            </p:cNvSpPr>
            <p:nvPr/>
          </p:nvSpPr>
          <p:spPr>
            <a:xfrm>
              <a:off x="4740326" y="2772222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1" name="직사각형 200"/>
            <p:cNvSpPr>
              <a:spLocks noChangeAspect="1"/>
            </p:cNvSpPr>
            <p:nvPr/>
          </p:nvSpPr>
          <p:spPr>
            <a:xfrm>
              <a:off x="5604325" y="2772222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직사각형 23"/>
            <p:cNvSpPr/>
            <p:nvPr/>
          </p:nvSpPr>
          <p:spPr>
            <a:xfrm>
              <a:off x="3951753" y="3780054"/>
              <a:ext cx="720000" cy="576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Cat</a:t>
              </a:r>
            </a:p>
            <a:p>
              <a:pPr algn="ctr"/>
              <a:r>
                <a:rPr lang="ko-KR" altLang="en-US" sz="1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클래스</a:t>
              </a:r>
              <a:endParaRPr lang="ko-KR" altLang="en-US" sz="14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02" name="직사각형 201"/>
            <p:cNvSpPr/>
            <p:nvPr/>
          </p:nvSpPr>
          <p:spPr>
            <a:xfrm>
              <a:off x="6529977" y="4643943"/>
              <a:ext cx="720000" cy="576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Cat</a:t>
              </a:r>
            </a:p>
            <a:p>
              <a:pPr algn="ctr"/>
              <a:r>
                <a:rPr lang="ko-KR" altLang="en-US" sz="1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객체</a:t>
              </a:r>
              <a:endParaRPr lang="ko-KR" altLang="en-US" sz="14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4861173" y="2078669"/>
              <a:ext cx="148630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800" dirty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n</a:t>
              </a:r>
              <a:r>
                <a:rPr lang="en-US" altLang="ko-KR" sz="28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ew cat</a:t>
              </a:r>
              <a:endParaRPr lang="ko-KR" altLang="en-US" sz="28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cxnSp>
          <p:nvCxnSpPr>
            <p:cNvPr id="30" name="꺾인 연결선 29"/>
            <p:cNvCxnSpPr>
              <a:stCxn id="25" idx="1"/>
              <a:endCxn id="24" idx="0"/>
            </p:cNvCxnSpPr>
            <p:nvPr/>
          </p:nvCxnSpPr>
          <p:spPr>
            <a:xfrm rot="10800000" flipV="1">
              <a:off x="4311753" y="2340278"/>
              <a:ext cx="549420" cy="1439775"/>
            </a:xfrm>
            <a:prstGeom prst="bentConnector2">
              <a:avLst/>
            </a:prstGeom>
            <a:ln w="762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꺾인 연결선 202"/>
            <p:cNvCxnSpPr>
              <a:stCxn id="24" idx="2"/>
              <a:endCxn id="202" idx="1"/>
            </p:cNvCxnSpPr>
            <p:nvPr/>
          </p:nvCxnSpPr>
          <p:spPr>
            <a:xfrm rot="16200000" flipH="1">
              <a:off x="5132921" y="3534886"/>
              <a:ext cx="575889" cy="2218224"/>
            </a:xfrm>
            <a:prstGeom prst="bentConnector2">
              <a:avLst/>
            </a:prstGeom>
            <a:ln w="762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504159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그룹 6"/>
          <p:cNvGrpSpPr/>
          <p:nvPr/>
        </p:nvGrpSpPr>
        <p:grpSpPr>
          <a:xfrm>
            <a:off x="-1792239" y="516447"/>
            <a:ext cx="17346415" cy="4091166"/>
            <a:chOff x="-1792239" y="516447"/>
            <a:chExt cx="17346415" cy="4091166"/>
          </a:xfrm>
        </p:grpSpPr>
        <p:sp>
          <p:nvSpPr>
            <p:cNvPr id="6" name="TextBox 5"/>
            <p:cNvSpPr txBox="1"/>
            <p:nvPr/>
          </p:nvSpPr>
          <p:spPr>
            <a:xfrm>
              <a:off x="-1792239" y="2028273"/>
              <a:ext cx="15446857" cy="132343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8000" dirty="0" err="1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i</a:t>
              </a:r>
              <a:r>
                <a:rPr lang="en-US" altLang="ko-KR" sz="8000" dirty="0" err="1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nt</a:t>
              </a:r>
              <a:r>
                <a:rPr lang="en-US" altLang="ko-KR" sz="8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[][][] </a:t>
              </a:r>
              <a:r>
                <a:rPr lang="en-US" altLang="ko-KR" sz="8000" dirty="0" err="1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mns</a:t>
              </a:r>
              <a:r>
                <a:rPr lang="en-US" altLang="ko-KR" sz="8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= new </a:t>
              </a:r>
              <a:r>
                <a:rPr lang="en-US" altLang="ko-KR" sz="8000" dirty="0" err="1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int</a:t>
              </a:r>
              <a:r>
                <a:rPr lang="en-US" altLang="ko-KR" sz="8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[3][2][2];</a:t>
              </a:r>
              <a:endParaRPr lang="ko-KR" altLang="en-US" sz="8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0" name="아래쪽 화살표 9"/>
            <p:cNvSpPr/>
            <p:nvPr/>
          </p:nvSpPr>
          <p:spPr>
            <a:xfrm rot="10800000">
              <a:off x="9316197" y="3171142"/>
              <a:ext cx="432000" cy="720000"/>
            </a:xfrm>
            <a:prstGeom prst="down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3600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8852863" y="772372"/>
              <a:ext cx="4198585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36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2</a:t>
              </a:r>
              <a:r>
                <a:rPr lang="ko-KR" altLang="en-US" sz="36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차원 </a:t>
              </a:r>
              <a:r>
                <a:rPr lang="ko-KR" altLang="en-US" sz="3600" dirty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배열의 길이</a:t>
              </a:r>
              <a:r>
                <a:rPr lang="en-US" altLang="ko-KR" sz="3600" dirty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: </a:t>
              </a:r>
              <a:r>
                <a:rPr lang="en-US" altLang="ko-KR" sz="36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2</a:t>
              </a:r>
              <a:endParaRPr lang="ko-KR" altLang="en-US" sz="36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9" name="아래쪽 화살표 18"/>
            <p:cNvSpPr/>
            <p:nvPr/>
          </p:nvSpPr>
          <p:spPr>
            <a:xfrm>
              <a:off x="10736154" y="1418703"/>
              <a:ext cx="432000" cy="720000"/>
            </a:xfrm>
            <a:prstGeom prst="down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3600"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-376688" y="516447"/>
              <a:ext cx="226215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3600" dirty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3</a:t>
              </a:r>
              <a:r>
                <a:rPr lang="ko-KR" altLang="en-US" sz="36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차원 배열</a:t>
              </a:r>
              <a:endParaRPr lang="ko-KR" altLang="en-US" sz="36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35" name="아래쪽 화살표 34"/>
            <p:cNvSpPr/>
            <p:nvPr/>
          </p:nvSpPr>
          <p:spPr>
            <a:xfrm>
              <a:off x="538386" y="1162778"/>
              <a:ext cx="432000" cy="720000"/>
            </a:xfrm>
            <a:prstGeom prst="down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3600" dirty="0"/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6164545" y="3894041"/>
              <a:ext cx="4198585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36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1</a:t>
              </a:r>
              <a:r>
                <a:rPr lang="ko-KR" altLang="en-US" sz="36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차원 배열의 길이</a:t>
              </a:r>
              <a:r>
                <a:rPr lang="en-US" altLang="ko-KR" sz="36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: 3</a:t>
              </a:r>
              <a:endParaRPr lang="ko-KR" altLang="en-US" sz="36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4" name="오른쪽 대괄호 3"/>
            <p:cNvSpPr/>
            <p:nvPr/>
          </p:nvSpPr>
          <p:spPr>
            <a:xfrm rot="16200000">
              <a:off x="661469" y="909374"/>
              <a:ext cx="216000" cy="2232000"/>
            </a:xfrm>
            <a:prstGeom prst="rightBracket">
              <a:avLst>
                <a:gd name="adj" fmla="val 78604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7" name="아래쪽 화살표 16"/>
            <p:cNvSpPr/>
            <p:nvPr/>
          </p:nvSpPr>
          <p:spPr>
            <a:xfrm rot="10800000">
              <a:off x="12160114" y="3171142"/>
              <a:ext cx="432000" cy="720000"/>
            </a:xfrm>
            <a:prstGeom prst="down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3600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11355591" y="3961282"/>
              <a:ext cx="4198585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3600" dirty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3</a:t>
              </a:r>
              <a:r>
                <a:rPr lang="ko-KR" altLang="en-US" sz="36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차원 배열의 길이</a:t>
              </a:r>
              <a:r>
                <a:rPr lang="en-US" altLang="ko-KR" sz="36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: 2</a:t>
              </a:r>
              <a:endParaRPr lang="ko-KR" altLang="en-US" sz="36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792118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518</TotalTime>
  <Words>117</Words>
  <Application>Microsoft Office PowerPoint</Application>
  <PresentationFormat>와이드스크린</PresentationFormat>
  <Paragraphs>89</Paragraphs>
  <Slides>5</Slides>
  <Notes>0</Notes>
  <HiddenSlides>0</HiddenSlides>
  <MMClips>0</MMClips>
  <ScaleCrop>false</ScaleCrop>
  <HeadingPairs>
    <vt:vector size="8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10" baseType="lpstr">
      <vt:lpstr>나눔스퀘어 Bold</vt:lpstr>
      <vt:lpstr>맑은 고딕</vt:lpstr>
      <vt:lpstr>Arial</vt:lpstr>
      <vt:lpstr>Office 테마</vt:lpstr>
      <vt:lpstr>Microsoft Excel 워크시트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DW</dc:creator>
  <cp:lastModifiedBy>DW</cp:lastModifiedBy>
  <cp:revision>57</cp:revision>
  <dcterms:created xsi:type="dcterms:W3CDTF">2026-08-04T06:26:42Z</dcterms:created>
  <dcterms:modified xsi:type="dcterms:W3CDTF">2026-08-10T07:58:06Z</dcterms:modified>
</cp:coreProperties>
</file>