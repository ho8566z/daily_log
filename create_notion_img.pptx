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6828" autoAdjust="0"/>
    <p:restoredTop sz="94660"/>
  </p:normalViewPr>
  <p:slideViewPr>
    <p:cSldViewPr snapToGrid="0">
      <p:cViewPr>
        <p:scale>
          <a:sx n="100" d="100"/>
          <a:sy n="100" d="100"/>
        </p:scale>
        <p:origin x="1734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358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967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61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0156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304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7497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7692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5666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0426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255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361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37CE1A-8831-48B5-BA93-72483C6E34E8}" type="datetimeFigureOut">
              <a:rPr lang="ko-KR" altLang="en-US" smtClean="0"/>
              <a:t>2026-08-05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08C8D0-09E8-4B71-9AE7-7202219084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2200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/>
        </p:nvGrpSpPr>
        <p:grpSpPr>
          <a:xfrm>
            <a:off x="0" y="1310472"/>
            <a:ext cx="12192000" cy="4237055"/>
            <a:chOff x="0" y="1310472"/>
            <a:chExt cx="12192000" cy="4237055"/>
          </a:xfrm>
        </p:grpSpPr>
        <p:pic>
          <p:nvPicPr>
            <p:cNvPr id="2" name="그림 1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310472"/>
              <a:ext cx="12192000" cy="4237055"/>
            </a:xfrm>
            <a:prstGeom prst="rect">
              <a:avLst/>
            </a:prstGeom>
          </p:spPr>
        </p:pic>
        <p:sp>
          <p:nvSpPr>
            <p:cNvPr id="3" name="직사각형 2"/>
            <p:cNvSpPr/>
            <p:nvPr/>
          </p:nvSpPr>
          <p:spPr>
            <a:xfrm>
              <a:off x="10039350" y="5071277"/>
              <a:ext cx="2038350" cy="47625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10583503" y="4933950"/>
              <a:ext cx="10262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2400" dirty="0" err="1" smtClean="0">
                  <a:latin typeface="나눔스퀘어 Bold" panose="020B0600000101010101" pitchFamily="50" charset="-127"/>
                  <a:ea typeface="나눔스퀘어 Bold" panose="020B0600000101010101" pitchFamily="50" charset="-127"/>
                </a:rPr>
                <a:t>리터럴</a:t>
              </a:r>
              <a:endParaRPr lang="ko-KR" altLang="en-US" sz="2400" dirty="0">
                <a:latin typeface="나눔스퀘어 Bold" panose="020B0600000101010101" pitchFamily="50" charset="-127"/>
                <a:ea typeface="나눔스퀘어 Bold" panose="020B0600000101010101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0070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</TotalTime>
  <Words>1</Words>
  <Application>Microsoft Office PowerPoint</Application>
  <PresentationFormat>와이드스크린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나눔스퀘어 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DW</dc:creator>
  <cp:lastModifiedBy>DW</cp:lastModifiedBy>
  <cp:revision>11</cp:revision>
  <dcterms:created xsi:type="dcterms:W3CDTF">2026-08-04T06:26:42Z</dcterms:created>
  <dcterms:modified xsi:type="dcterms:W3CDTF">2026-08-05T08:17:11Z</dcterms:modified>
</cp:coreProperties>
</file>