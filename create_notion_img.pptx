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6828" autoAdjust="0"/>
    <p:restoredTop sz="94660"/>
  </p:normalViewPr>
  <p:slideViewPr>
    <p:cSldViewPr snapToGrid="0">
      <p:cViewPr>
        <p:scale>
          <a:sx n="66" d="100"/>
          <a:sy n="66" d="100"/>
        </p:scale>
        <p:origin x="272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26-08-05(Wed)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4138862" y="425880"/>
            <a:ext cx="5195653" cy="3489652"/>
            <a:chOff x="4138862" y="425880"/>
            <a:chExt cx="5195653" cy="3489652"/>
          </a:xfrm>
        </p:grpSpPr>
        <p:sp>
          <p:nvSpPr>
            <p:cNvPr id="6" name="TextBox 5"/>
            <p:cNvSpPr txBox="1"/>
            <p:nvPr/>
          </p:nvSpPr>
          <p:spPr>
            <a:xfrm>
              <a:off x="4138862" y="1792706"/>
              <a:ext cx="5195653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0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</a:t>
              </a:r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um1 + num2</a:t>
              </a:r>
              <a:endParaRPr lang="ko-KR" altLang="en-US" sz="6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216689" y="1792706"/>
              <a:ext cx="5040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아래쪽 화살표 7"/>
            <p:cNvSpPr/>
            <p:nvPr/>
          </p:nvSpPr>
          <p:spPr>
            <a:xfrm>
              <a:off x="6519692" y="887545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아래쪽 화살표 8"/>
            <p:cNvSpPr/>
            <p:nvPr/>
          </p:nvSpPr>
          <p:spPr>
            <a:xfrm rot="10800000">
              <a:off x="6520688" y="2733867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아래쪽 화살표 9"/>
            <p:cNvSpPr/>
            <p:nvPr/>
          </p:nvSpPr>
          <p:spPr>
            <a:xfrm rot="10800000">
              <a:off x="5094035" y="2733867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아래쪽 화살표 10"/>
            <p:cNvSpPr/>
            <p:nvPr/>
          </p:nvSpPr>
          <p:spPr>
            <a:xfrm rot="10800000">
              <a:off x="7947341" y="2733867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222570" y="425880"/>
              <a:ext cx="102624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연산식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22570" y="3453867"/>
              <a:ext cx="102624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40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연산자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54658" y="3453867"/>
              <a:ext cx="13067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피연산자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509957" y="3453867"/>
              <a:ext cx="13067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피연산자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7</Words>
  <Application>Microsoft Office PowerPoint</Application>
  <PresentationFormat>와이드스크린</PresentationFormat>
  <Paragraphs>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나눔스퀘어 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15</cp:revision>
  <dcterms:created xsi:type="dcterms:W3CDTF">2026-08-04T06:26:42Z</dcterms:created>
  <dcterms:modified xsi:type="dcterms:W3CDTF">2026-08-05T12:20:28Z</dcterms:modified>
</cp:coreProperties>
</file>