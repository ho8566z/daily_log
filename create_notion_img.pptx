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6828" autoAdjust="0"/>
    <p:restoredTop sz="94660"/>
  </p:normalViewPr>
  <p:slideViewPr>
    <p:cSldViewPr snapToGrid="0">
      <p:cViewPr>
        <p:scale>
          <a:sx n="50" d="100"/>
          <a:sy n="50" d="100"/>
        </p:scale>
        <p:origin x="1740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26-08-04(Tue)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/>
        </p:nvGrpSpPr>
        <p:grpSpPr>
          <a:xfrm>
            <a:off x="364973" y="3931597"/>
            <a:ext cx="5400000" cy="4902578"/>
            <a:chOff x="364973" y="3931597"/>
            <a:chExt cx="5400000" cy="4902578"/>
          </a:xfrm>
        </p:grpSpPr>
        <p:sp>
          <p:nvSpPr>
            <p:cNvPr id="111" name="직사각형 110"/>
            <p:cNvSpPr>
              <a:spLocks noChangeAspect="1"/>
            </p:cNvSpPr>
            <p:nvPr/>
          </p:nvSpPr>
          <p:spPr>
            <a:xfrm>
              <a:off x="364973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직사각형 111"/>
            <p:cNvSpPr>
              <a:spLocks noChangeAspect="1"/>
            </p:cNvSpPr>
            <p:nvPr/>
          </p:nvSpPr>
          <p:spPr>
            <a:xfrm>
              <a:off x="1264973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/>
            <p:cNvSpPr>
              <a:spLocks noChangeAspect="1"/>
            </p:cNvSpPr>
            <p:nvPr/>
          </p:nvSpPr>
          <p:spPr>
            <a:xfrm>
              <a:off x="2164973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직사각형 113"/>
            <p:cNvSpPr>
              <a:spLocks noChangeAspect="1"/>
            </p:cNvSpPr>
            <p:nvPr/>
          </p:nvSpPr>
          <p:spPr>
            <a:xfrm>
              <a:off x="3064973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/>
            <p:cNvSpPr>
              <a:spLocks noChangeAspect="1"/>
            </p:cNvSpPr>
            <p:nvPr/>
          </p:nvSpPr>
          <p:spPr>
            <a:xfrm>
              <a:off x="3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직사각형 115"/>
            <p:cNvSpPr>
              <a:spLocks noChangeAspect="1"/>
            </p:cNvSpPr>
            <p:nvPr/>
          </p:nvSpPr>
          <p:spPr>
            <a:xfrm>
              <a:off x="12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직사각형 116"/>
            <p:cNvSpPr>
              <a:spLocks noChangeAspect="1"/>
            </p:cNvSpPr>
            <p:nvPr/>
          </p:nvSpPr>
          <p:spPr>
            <a:xfrm>
              <a:off x="21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직사각형 117"/>
            <p:cNvSpPr>
              <a:spLocks noChangeAspect="1"/>
            </p:cNvSpPr>
            <p:nvPr/>
          </p:nvSpPr>
          <p:spPr>
            <a:xfrm>
              <a:off x="30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직사각형 118"/>
            <p:cNvSpPr>
              <a:spLocks noChangeAspect="1"/>
            </p:cNvSpPr>
            <p:nvPr/>
          </p:nvSpPr>
          <p:spPr>
            <a:xfrm>
              <a:off x="39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직사각형 119"/>
            <p:cNvSpPr>
              <a:spLocks noChangeAspect="1"/>
            </p:cNvSpPr>
            <p:nvPr/>
          </p:nvSpPr>
          <p:spPr>
            <a:xfrm>
              <a:off x="4864973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아래쪽 화살표 141"/>
            <p:cNvSpPr/>
            <p:nvPr/>
          </p:nvSpPr>
          <p:spPr>
            <a:xfrm rot="10800000">
              <a:off x="2398973" y="7529400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4" name="TextBox 143"/>
            <p:cNvSpPr txBox="1"/>
            <p:nvPr/>
          </p:nvSpPr>
          <p:spPr>
            <a:xfrm>
              <a:off x="1219397" y="8249400"/>
              <a:ext cx="27911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할당된 메모리</a:t>
              </a:r>
              <a:endParaRPr lang="ko-KR" altLang="en-US" sz="3200" dirty="0"/>
            </a:p>
          </p:txBody>
        </p:sp>
        <p:sp>
          <p:nvSpPr>
            <p:cNvPr id="48" name="아래쪽 화살표 47"/>
            <p:cNvSpPr/>
            <p:nvPr/>
          </p:nvSpPr>
          <p:spPr>
            <a:xfrm>
              <a:off x="2398973" y="4516372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2112269" y="3931597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변수</a:t>
              </a:r>
              <a:endParaRPr lang="ko-KR" altLang="en-US" sz="3200" dirty="0"/>
            </a:p>
          </p:txBody>
        </p:sp>
      </p:grpSp>
      <p:grpSp>
        <p:nvGrpSpPr>
          <p:cNvPr id="4" name="그룹 3"/>
          <p:cNvGrpSpPr/>
          <p:nvPr/>
        </p:nvGrpSpPr>
        <p:grpSpPr>
          <a:xfrm>
            <a:off x="6286801" y="3931596"/>
            <a:ext cx="5400000" cy="4902579"/>
            <a:chOff x="6286801" y="3931596"/>
            <a:chExt cx="5400000" cy="4902579"/>
          </a:xfrm>
        </p:grpSpPr>
        <p:sp>
          <p:nvSpPr>
            <p:cNvPr id="125" name="직사각형 124"/>
            <p:cNvSpPr>
              <a:spLocks noChangeAspect="1"/>
            </p:cNvSpPr>
            <p:nvPr/>
          </p:nvSpPr>
          <p:spPr>
            <a:xfrm>
              <a:off x="62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직사각형 125"/>
            <p:cNvSpPr>
              <a:spLocks noChangeAspect="1"/>
            </p:cNvSpPr>
            <p:nvPr/>
          </p:nvSpPr>
          <p:spPr>
            <a:xfrm>
              <a:off x="71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직사각형 126"/>
            <p:cNvSpPr>
              <a:spLocks noChangeAspect="1"/>
            </p:cNvSpPr>
            <p:nvPr/>
          </p:nvSpPr>
          <p:spPr>
            <a:xfrm>
              <a:off x="80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/>
            <p:cNvSpPr>
              <a:spLocks noChangeAspect="1"/>
            </p:cNvSpPr>
            <p:nvPr/>
          </p:nvSpPr>
          <p:spPr>
            <a:xfrm>
              <a:off x="89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직사각형 128"/>
            <p:cNvSpPr>
              <a:spLocks noChangeAspect="1"/>
            </p:cNvSpPr>
            <p:nvPr/>
          </p:nvSpPr>
          <p:spPr>
            <a:xfrm>
              <a:off x="98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직사각형 129"/>
            <p:cNvSpPr>
              <a:spLocks noChangeAspect="1"/>
            </p:cNvSpPr>
            <p:nvPr/>
          </p:nvSpPr>
          <p:spPr>
            <a:xfrm>
              <a:off x="10786801" y="5482886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직사각형 134"/>
            <p:cNvSpPr>
              <a:spLocks noChangeAspect="1"/>
            </p:cNvSpPr>
            <p:nvPr/>
          </p:nvSpPr>
          <p:spPr>
            <a:xfrm>
              <a:off x="62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직사각형 135"/>
            <p:cNvSpPr>
              <a:spLocks noChangeAspect="1"/>
            </p:cNvSpPr>
            <p:nvPr/>
          </p:nvSpPr>
          <p:spPr>
            <a:xfrm>
              <a:off x="71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7" name="직사각형 136"/>
            <p:cNvSpPr>
              <a:spLocks noChangeAspect="1"/>
            </p:cNvSpPr>
            <p:nvPr/>
          </p:nvSpPr>
          <p:spPr>
            <a:xfrm>
              <a:off x="80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/>
            <p:cNvSpPr>
              <a:spLocks noChangeAspect="1"/>
            </p:cNvSpPr>
            <p:nvPr/>
          </p:nvSpPr>
          <p:spPr>
            <a:xfrm>
              <a:off x="89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/>
            <p:cNvSpPr>
              <a:spLocks noChangeAspect="1"/>
            </p:cNvSpPr>
            <p:nvPr/>
          </p:nvSpPr>
          <p:spPr>
            <a:xfrm>
              <a:off x="98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직사각형 139"/>
            <p:cNvSpPr>
              <a:spLocks noChangeAspect="1"/>
            </p:cNvSpPr>
            <p:nvPr/>
          </p:nvSpPr>
          <p:spPr>
            <a:xfrm>
              <a:off x="10786801" y="6382886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2" name="아래쪽 화살표 51"/>
            <p:cNvSpPr/>
            <p:nvPr/>
          </p:nvSpPr>
          <p:spPr>
            <a:xfrm>
              <a:off x="8751244" y="4516372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아래쪽 화살표 52"/>
            <p:cNvSpPr/>
            <p:nvPr/>
          </p:nvSpPr>
          <p:spPr>
            <a:xfrm rot="10800000">
              <a:off x="8751245" y="7529400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8464542" y="3931596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변수</a:t>
              </a:r>
              <a:endParaRPr lang="ko-KR" altLang="en-US" sz="3200" dirty="0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571668" y="8249400"/>
              <a:ext cx="27911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할당된 메모리</a:t>
              </a:r>
              <a:endParaRPr lang="ko-KR" altLang="en-US" sz="3200" dirty="0"/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814973" y="-2113175"/>
            <a:ext cx="5400000" cy="4994904"/>
            <a:chOff x="814973" y="-2113175"/>
            <a:chExt cx="5400000" cy="4994904"/>
          </a:xfrm>
        </p:grpSpPr>
        <p:sp>
          <p:nvSpPr>
            <p:cNvPr id="60" name="직사각형 59"/>
            <p:cNvSpPr>
              <a:spLocks noChangeAspect="1"/>
            </p:cNvSpPr>
            <p:nvPr/>
          </p:nvSpPr>
          <p:spPr>
            <a:xfrm>
              <a:off x="814973" y="-537028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/>
            <p:cNvSpPr>
              <a:spLocks noChangeAspect="1"/>
            </p:cNvSpPr>
            <p:nvPr/>
          </p:nvSpPr>
          <p:spPr>
            <a:xfrm>
              <a:off x="1714973" y="-537028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/>
            <p:cNvSpPr>
              <a:spLocks noChangeAspect="1"/>
            </p:cNvSpPr>
            <p:nvPr/>
          </p:nvSpPr>
          <p:spPr>
            <a:xfrm>
              <a:off x="2614973" y="-537028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직사각형 92"/>
            <p:cNvSpPr>
              <a:spLocks noChangeAspect="1"/>
            </p:cNvSpPr>
            <p:nvPr/>
          </p:nvSpPr>
          <p:spPr>
            <a:xfrm>
              <a:off x="3514973" y="-537028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5" name="직사각형 104"/>
            <p:cNvSpPr>
              <a:spLocks noChangeAspect="1"/>
            </p:cNvSpPr>
            <p:nvPr/>
          </p:nvSpPr>
          <p:spPr>
            <a:xfrm>
              <a:off x="8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/>
            <p:cNvSpPr>
              <a:spLocks noChangeAspect="1"/>
            </p:cNvSpPr>
            <p:nvPr/>
          </p:nvSpPr>
          <p:spPr>
            <a:xfrm>
              <a:off x="17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/>
            <p:cNvSpPr>
              <a:spLocks noChangeAspect="1"/>
            </p:cNvSpPr>
            <p:nvPr/>
          </p:nvSpPr>
          <p:spPr>
            <a:xfrm>
              <a:off x="26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직사각형 107"/>
            <p:cNvSpPr>
              <a:spLocks noChangeAspect="1"/>
            </p:cNvSpPr>
            <p:nvPr/>
          </p:nvSpPr>
          <p:spPr>
            <a:xfrm>
              <a:off x="35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/>
            <p:cNvSpPr>
              <a:spLocks noChangeAspect="1"/>
            </p:cNvSpPr>
            <p:nvPr/>
          </p:nvSpPr>
          <p:spPr>
            <a:xfrm>
              <a:off x="44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직사각형 109"/>
            <p:cNvSpPr>
              <a:spLocks noChangeAspect="1"/>
            </p:cNvSpPr>
            <p:nvPr/>
          </p:nvSpPr>
          <p:spPr>
            <a:xfrm>
              <a:off x="5314973" y="362972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1" name="아래쪽 화살표 140"/>
            <p:cNvSpPr/>
            <p:nvPr/>
          </p:nvSpPr>
          <p:spPr>
            <a:xfrm>
              <a:off x="2848973" y="-1528400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2562271" y="-2113175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변수</a:t>
              </a:r>
              <a:endParaRPr lang="ko-KR" altLang="en-US" sz="3200" dirty="0"/>
            </a:p>
          </p:txBody>
        </p:sp>
        <p:sp>
          <p:nvSpPr>
            <p:cNvPr id="59" name="아래쪽 화살표 58"/>
            <p:cNvSpPr/>
            <p:nvPr/>
          </p:nvSpPr>
          <p:spPr>
            <a:xfrm rot="10800000">
              <a:off x="2848973" y="1578728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669397" y="2296954"/>
              <a:ext cx="27911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할당된 메모리</a:t>
              </a:r>
              <a:endParaRPr lang="ko-KR" altLang="en-US" sz="3200" dirty="0"/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6985301" y="-2113175"/>
            <a:ext cx="5400000" cy="4902579"/>
            <a:chOff x="6985301" y="-2113175"/>
            <a:chExt cx="5400000" cy="4902579"/>
          </a:xfrm>
        </p:grpSpPr>
        <p:sp>
          <p:nvSpPr>
            <p:cNvPr id="68" name="직사각형 67"/>
            <p:cNvSpPr>
              <a:spLocks noChangeAspect="1"/>
            </p:cNvSpPr>
            <p:nvPr/>
          </p:nvSpPr>
          <p:spPr>
            <a:xfrm>
              <a:off x="6985301" y="-561885"/>
              <a:ext cx="900000" cy="90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/>
            <p:cNvSpPr>
              <a:spLocks noChangeAspect="1"/>
            </p:cNvSpPr>
            <p:nvPr/>
          </p:nvSpPr>
          <p:spPr>
            <a:xfrm>
              <a:off x="7885301" y="-561885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/>
            <p:cNvSpPr>
              <a:spLocks noChangeAspect="1"/>
            </p:cNvSpPr>
            <p:nvPr/>
          </p:nvSpPr>
          <p:spPr>
            <a:xfrm>
              <a:off x="8785301" y="-561885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/>
            <p:cNvSpPr>
              <a:spLocks noChangeAspect="1"/>
            </p:cNvSpPr>
            <p:nvPr/>
          </p:nvSpPr>
          <p:spPr>
            <a:xfrm>
              <a:off x="9685301" y="-561885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/>
            <p:cNvSpPr>
              <a:spLocks noChangeAspect="1"/>
            </p:cNvSpPr>
            <p:nvPr/>
          </p:nvSpPr>
          <p:spPr>
            <a:xfrm>
              <a:off x="10585301" y="-561885"/>
              <a:ext cx="900000" cy="90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/>
            <p:cNvSpPr>
              <a:spLocks noChangeAspect="1"/>
            </p:cNvSpPr>
            <p:nvPr/>
          </p:nvSpPr>
          <p:spPr>
            <a:xfrm>
              <a:off x="11485301" y="-561885"/>
              <a:ext cx="900000" cy="90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/>
            <p:cNvSpPr>
              <a:spLocks noChangeAspect="1"/>
            </p:cNvSpPr>
            <p:nvPr/>
          </p:nvSpPr>
          <p:spPr>
            <a:xfrm>
              <a:off x="6985301" y="338115"/>
              <a:ext cx="900000" cy="90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/>
            <p:cNvSpPr>
              <a:spLocks noChangeAspect="1"/>
            </p:cNvSpPr>
            <p:nvPr/>
          </p:nvSpPr>
          <p:spPr>
            <a:xfrm>
              <a:off x="7885301" y="338115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/>
            <p:cNvSpPr>
              <a:spLocks noChangeAspect="1"/>
            </p:cNvSpPr>
            <p:nvPr/>
          </p:nvSpPr>
          <p:spPr>
            <a:xfrm>
              <a:off x="8785301" y="338115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/>
            <p:cNvSpPr>
              <a:spLocks noChangeAspect="1"/>
            </p:cNvSpPr>
            <p:nvPr/>
          </p:nvSpPr>
          <p:spPr>
            <a:xfrm>
              <a:off x="9685301" y="338115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/>
            <p:cNvSpPr>
              <a:spLocks noChangeAspect="1"/>
            </p:cNvSpPr>
            <p:nvPr/>
          </p:nvSpPr>
          <p:spPr>
            <a:xfrm>
              <a:off x="10585301" y="338115"/>
              <a:ext cx="900000" cy="90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직사각형 78"/>
            <p:cNvSpPr>
              <a:spLocks noChangeAspect="1"/>
            </p:cNvSpPr>
            <p:nvPr/>
          </p:nvSpPr>
          <p:spPr>
            <a:xfrm>
              <a:off x="11485301" y="338115"/>
              <a:ext cx="900000" cy="90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아래쪽 화살표 79"/>
            <p:cNvSpPr/>
            <p:nvPr/>
          </p:nvSpPr>
          <p:spPr>
            <a:xfrm>
              <a:off x="9449744" y="-1528399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아래쪽 화살표 80"/>
            <p:cNvSpPr/>
            <p:nvPr/>
          </p:nvSpPr>
          <p:spPr>
            <a:xfrm rot="10800000">
              <a:off x="9449745" y="1484629"/>
              <a:ext cx="432000" cy="7200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9163042" y="-2113175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변수</a:t>
              </a:r>
              <a:endParaRPr lang="ko-KR" altLang="en-US" sz="3200" dirty="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8270168" y="2204629"/>
              <a:ext cx="279114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200" dirty="0" smtClean="0"/>
                <a:t>할당된 메모리</a:t>
              </a:r>
              <a:endParaRPr lang="ko-KR" altLang="en-US" sz="3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12</Words>
  <Application>Microsoft Office PowerPoint</Application>
  <PresentationFormat>와이드스크린</PresentationFormat>
  <Paragraphs>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8</cp:revision>
  <dcterms:created xsi:type="dcterms:W3CDTF">2026-08-04T06:26:42Z</dcterms:created>
  <dcterms:modified xsi:type="dcterms:W3CDTF">2026-08-04T13:36:16Z</dcterms:modified>
</cp:coreProperties>
</file>