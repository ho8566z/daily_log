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D0CECE"/>
    <a:srgbClr val="7F7F7F"/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 varScale="1">
        <p:scale>
          <a:sx n="66" d="100"/>
          <a:sy n="66" d="100"/>
        </p:scale>
        <p:origin x="114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직선 화살표 연결선 44"/>
          <p:cNvCxnSpPr/>
          <p:nvPr/>
        </p:nvCxnSpPr>
        <p:spPr>
          <a:xfrm>
            <a:off x="1776300" y="2705100"/>
            <a:ext cx="7920000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/>
          <p:cNvSpPr/>
          <p:nvPr/>
        </p:nvSpPr>
        <p:spPr>
          <a:xfrm>
            <a:off x="1777600" y="1549614"/>
            <a:ext cx="1440000" cy="540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private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3" name="모서리가 둥근 직사각형 52"/>
          <p:cNvSpPr/>
          <p:nvPr/>
        </p:nvSpPr>
        <p:spPr>
          <a:xfrm>
            <a:off x="3936950" y="1549614"/>
            <a:ext cx="1440000" cy="540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default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4" name="모서리가 둥근 직사각형 53"/>
          <p:cNvSpPr/>
          <p:nvPr/>
        </p:nvSpPr>
        <p:spPr>
          <a:xfrm>
            <a:off x="6094444" y="1549614"/>
            <a:ext cx="1440000" cy="540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protected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8256300" y="1549614"/>
            <a:ext cx="1440000" cy="5400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public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56" name="아래쪽 화살표 55"/>
          <p:cNvSpPr/>
          <p:nvPr/>
        </p:nvSpPr>
        <p:spPr>
          <a:xfrm>
            <a:off x="2227600" y="2089614"/>
            <a:ext cx="540000" cy="540000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아래쪽 화살표 56"/>
          <p:cNvSpPr/>
          <p:nvPr/>
        </p:nvSpPr>
        <p:spPr>
          <a:xfrm>
            <a:off x="4401113" y="2086314"/>
            <a:ext cx="540000" cy="540000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아래쪽 화살표 57"/>
          <p:cNvSpPr/>
          <p:nvPr/>
        </p:nvSpPr>
        <p:spPr>
          <a:xfrm>
            <a:off x="6560112" y="2086314"/>
            <a:ext cx="540000" cy="540000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아래쪽 화살표 58"/>
          <p:cNvSpPr/>
          <p:nvPr/>
        </p:nvSpPr>
        <p:spPr>
          <a:xfrm>
            <a:off x="8704600" y="2086314"/>
            <a:ext cx="540000" cy="540000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모서리가 둥근 직사각형 59"/>
          <p:cNvSpPr/>
          <p:nvPr/>
        </p:nvSpPr>
        <p:spPr>
          <a:xfrm>
            <a:off x="4566300" y="2805930"/>
            <a:ext cx="2340000" cy="5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접근 범위</a:t>
            </a:r>
            <a:endParaRPr lang="ko-KR" altLang="en-US" sz="32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9859088" y="2435100"/>
            <a:ext cx="1980000" cy="5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넓은접근</a:t>
            </a:r>
            <a:r>
              <a:rPr lang="ko-KR" altLang="en-US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범위</a:t>
            </a:r>
            <a:endParaRPr lang="ko-KR" altLang="en-US" sz="2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-366888" y="2435100"/>
            <a:ext cx="1980000" cy="54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 err="1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좁</a:t>
            </a:r>
            <a:r>
              <a:rPr lang="ko-KR" altLang="en-US" sz="240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은접근 </a:t>
            </a:r>
            <a:r>
              <a:rPr lang="ko-KR" altLang="en-US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범위</a:t>
            </a:r>
            <a:endParaRPr lang="ko-KR" altLang="en-US" sz="24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/>
          <p:cNvGrpSpPr/>
          <p:nvPr/>
        </p:nvGrpSpPr>
        <p:grpSpPr>
          <a:xfrm>
            <a:off x="4373457" y="942360"/>
            <a:ext cx="6966223" cy="3455564"/>
            <a:chOff x="4373457" y="942360"/>
            <a:chExt cx="6966223" cy="3455564"/>
          </a:xfrm>
        </p:grpSpPr>
        <p:sp>
          <p:nvSpPr>
            <p:cNvPr id="254" name="직사각형 253"/>
            <p:cNvSpPr>
              <a:spLocks noChangeAspect="1"/>
            </p:cNvSpPr>
            <p:nvPr/>
          </p:nvSpPr>
          <p:spPr>
            <a:xfrm>
              <a:off x="4373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/>
            <p:cNvSpPr>
              <a:spLocks noChangeAspect="1"/>
            </p:cNvSpPr>
            <p:nvPr/>
          </p:nvSpPr>
          <p:spPr>
            <a:xfrm>
              <a:off x="5237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/>
            <p:cNvSpPr>
              <a:spLocks noChangeAspect="1"/>
            </p:cNvSpPr>
            <p:nvPr/>
          </p:nvSpPr>
          <p:spPr>
            <a:xfrm>
              <a:off x="6101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/>
            <p:cNvSpPr>
              <a:spLocks noChangeAspect="1"/>
            </p:cNvSpPr>
            <p:nvPr/>
          </p:nvSpPr>
          <p:spPr>
            <a:xfrm>
              <a:off x="6965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/>
            <p:cNvSpPr>
              <a:spLocks noChangeAspect="1"/>
            </p:cNvSpPr>
            <p:nvPr/>
          </p:nvSpPr>
          <p:spPr>
            <a:xfrm>
              <a:off x="7829455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/>
            <p:cNvSpPr>
              <a:spLocks noChangeAspect="1"/>
            </p:cNvSpPr>
            <p:nvPr/>
          </p:nvSpPr>
          <p:spPr>
            <a:xfrm>
              <a:off x="4373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/>
            <p:cNvSpPr>
              <a:spLocks noChangeAspect="1"/>
            </p:cNvSpPr>
            <p:nvPr/>
          </p:nvSpPr>
          <p:spPr>
            <a:xfrm>
              <a:off x="5237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183228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8" name="직사각형 267"/>
            <p:cNvSpPr>
              <a:spLocks noChangeAspect="1"/>
            </p:cNvSpPr>
            <p:nvPr/>
          </p:nvSpPr>
          <p:spPr>
            <a:xfrm>
              <a:off x="6101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6047227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0" name="직사각형 269"/>
            <p:cNvSpPr>
              <a:spLocks noChangeAspect="1"/>
            </p:cNvSpPr>
            <p:nvPr/>
          </p:nvSpPr>
          <p:spPr>
            <a:xfrm>
              <a:off x="6965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/>
            <p:cNvSpPr>
              <a:spLocks noChangeAspect="1"/>
            </p:cNvSpPr>
            <p:nvPr/>
          </p:nvSpPr>
          <p:spPr>
            <a:xfrm>
              <a:off x="7829455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/>
            <p:cNvSpPr>
              <a:spLocks noChangeAspect="1"/>
            </p:cNvSpPr>
            <p:nvPr/>
          </p:nvSpPr>
          <p:spPr>
            <a:xfrm>
              <a:off x="4373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/>
            <p:cNvSpPr>
              <a:spLocks noChangeAspect="1"/>
            </p:cNvSpPr>
            <p:nvPr/>
          </p:nvSpPr>
          <p:spPr>
            <a:xfrm>
              <a:off x="5237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/>
            <p:cNvSpPr>
              <a:spLocks noChangeAspect="1"/>
            </p:cNvSpPr>
            <p:nvPr/>
          </p:nvSpPr>
          <p:spPr>
            <a:xfrm>
              <a:off x="6101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0" name="직사각형 279"/>
            <p:cNvSpPr>
              <a:spLocks noChangeAspect="1"/>
            </p:cNvSpPr>
            <p:nvPr/>
          </p:nvSpPr>
          <p:spPr>
            <a:xfrm>
              <a:off x="6965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/>
            <p:cNvSpPr>
              <a:spLocks noChangeAspect="1"/>
            </p:cNvSpPr>
            <p:nvPr/>
          </p:nvSpPr>
          <p:spPr>
            <a:xfrm>
              <a:off x="7829455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/>
            <p:cNvSpPr>
              <a:spLocks noChangeAspect="1"/>
            </p:cNvSpPr>
            <p:nvPr/>
          </p:nvSpPr>
          <p:spPr>
            <a:xfrm>
              <a:off x="8693455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/>
            <p:cNvSpPr>
              <a:spLocks noChangeAspect="1"/>
            </p:cNvSpPr>
            <p:nvPr/>
          </p:nvSpPr>
          <p:spPr>
            <a:xfrm>
              <a:off x="9557454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/>
            <p:cNvSpPr>
              <a:spLocks noChangeAspect="1"/>
            </p:cNvSpPr>
            <p:nvPr/>
          </p:nvSpPr>
          <p:spPr>
            <a:xfrm>
              <a:off x="8693455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직사각형 290"/>
            <p:cNvSpPr>
              <a:spLocks noChangeAspect="1"/>
            </p:cNvSpPr>
            <p:nvPr/>
          </p:nvSpPr>
          <p:spPr>
            <a:xfrm>
              <a:off x="9557454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/>
            <p:cNvSpPr>
              <a:spLocks noChangeAspect="1"/>
            </p:cNvSpPr>
            <p:nvPr/>
          </p:nvSpPr>
          <p:spPr>
            <a:xfrm>
              <a:off x="8693455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/>
            <p:cNvSpPr>
              <a:spLocks noChangeAspect="1"/>
            </p:cNvSpPr>
            <p:nvPr/>
          </p:nvSpPr>
          <p:spPr>
            <a:xfrm>
              <a:off x="9557454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9503225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8" name="직사각형 297"/>
            <p:cNvSpPr>
              <a:spLocks noChangeAspect="1"/>
            </p:cNvSpPr>
            <p:nvPr/>
          </p:nvSpPr>
          <p:spPr>
            <a:xfrm>
              <a:off x="4373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/>
            <p:cNvSpPr>
              <a:spLocks noChangeAspect="1"/>
            </p:cNvSpPr>
            <p:nvPr/>
          </p:nvSpPr>
          <p:spPr>
            <a:xfrm>
              <a:off x="5237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/>
            <p:cNvSpPr>
              <a:spLocks noChangeAspect="1"/>
            </p:cNvSpPr>
            <p:nvPr/>
          </p:nvSpPr>
          <p:spPr>
            <a:xfrm>
              <a:off x="6101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6047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4" name="직사각형 303"/>
            <p:cNvSpPr>
              <a:spLocks noChangeAspect="1"/>
            </p:cNvSpPr>
            <p:nvPr/>
          </p:nvSpPr>
          <p:spPr>
            <a:xfrm>
              <a:off x="6965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6911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55cv3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6" name="직사각형 305"/>
            <p:cNvSpPr>
              <a:spLocks noChangeAspect="1"/>
            </p:cNvSpPr>
            <p:nvPr/>
          </p:nvSpPr>
          <p:spPr>
            <a:xfrm>
              <a:off x="7829455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7" name="TextBox 306"/>
            <p:cNvSpPr txBox="1"/>
            <p:nvPr/>
          </p:nvSpPr>
          <p:spPr>
            <a:xfrm>
              <a:off x="7775226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55cv4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8" name="직사각형 317"/>
            <p:cNvSpPr>
              <a:spLocks noChangeAspect="1"/>
            </p:cNvSpPr>
            <p:nvPr/>
          </p:nvSpPr>
          <p:spPr>
            <a:xfrm>
              <a:off x="8693455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/>
            <p:cNvSpPr>
              <a:spLocks noChangeAspect="1"/>
            </p:cNvSpPr>
            <p:nvPr/>
          </p:nvSpPr>
          <p:spPr>
            <a:xfrm>
              <a:off x="9557454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/>
            <p:cNvSpPr>
              <a:spLocks noChangeAspect="1"/>
            </p:cNvSpPr>
            <p:nvPr/>
          </p:nvSpPr>
          <p:spPr>
            <a:xfrm>
              <a:off x="10421452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/>
            <p:cNvSpPr>
              <a:spLocks noChangeAspect="1"/>
            </p:cNvSpPr>
            <p:nvPr/>
          </p:nvSpPr>
          <p:spPr>
            <a:xfrm>
              <a:off x="10421452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/>
            <p:cNvSpPr>
              <a:spLocks noChangeAspect="1"/>
            </p:cNvSpPr>
            <p:nvPr/>
          </p:nvSpPr>
          <p:spPr>
            <a:xfrm>
              <a:off x="10421452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0367223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90h9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2" name="직사각형 331"/>
            <p:cNvSpPr>
              <a:spLocks noChangeAspect="1"/>
            </p:cNvSpPr>
            <p:nvPr/>
          </p:nvSpPr>
          <p:spPr>
            <a:xfrm>
              <a:off x="10421452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직사각형 351"/>
            <p:cNvSpPr/>
            <p:nvPr/>
          </p:nvSpPr>
          <p:spPr>
            <a:xfrm>
              <a:off x="5381455" y="2144805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3" name="직사각형 352"/>
            <p:cNvSpPr/>
            <p:nvPr/>
          </p:nvSpPr>
          <p:spPr>
            <a:xfrm>
              <a:off x="6245452" y="2139326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4" name="직사각형 353"/>
            <p:cNvSpPr/>
            <p:nvPr/>
          </p:nvSpPr>
          <p:spPr>
            <a:xfrm>
              <a:off x="9701452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10565449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/>
            <p:cNvSpPr/>
            <p:nvPr/>
          </p:nvSpPr>
          <p:spPr>
            <a:xfrm>
              <a:off x="6155685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7775225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8639224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29e6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3" name="직사각형 362"/>
            <p:cNvSpPr/>
            <p:nvPr/>
          </p:nvSpPr>
          <p:spPr>
            <a:xfrm>
              <a:off x="7973453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/>
            <p:cNvSpPr/>
            <p:nvPr/>
          </p:nvSpPr>
          <p:spPr>
            <a:xfrm>
              <a:off x="8837452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꺾인 연결선 29"/>
            <p:cNvCxnSpPr>
              <a:stCxn id="302" idx="1"/>
              <a:endCxn id="267" idx="1"/>
            </p:cNvCxnSpPr>
            <p:nvPr/>
          </p:nvCxnSpPr>
          <p:spPr>
            <a:xfrm rot="10800000">
              <a:off x="5183228" y="1975537"/>
              <a:ext cx="918228" cy="1990443"/>
            </a:xfrm>
            <a:prstGeom prst="bentConnector3">
              <a:avLst>
                <a:gd name="adj1" fmla="val 14287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직사각형 364"/>
            <p:cNvSpPr/>
            <p:nvPr/>
          </p:nvSpPr>
          <p:spPr>
            <a:xfrm>
              <a:off x="7033934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6" name="직사각형 365"/>
            <p:cNvSpPr/>
            <p:nvPr/>
          </p:nvSpPr>
          <p:spPr>
            <a:xfrm>
              <a:off x="7897931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7" name="꺾인 연결선 366"/>
            <p:cNvCxnSpPr>
              <a:stCxn id="305" idx="0"/>
              <a:endCxn id="360" idx="1"/>
            </p:cNvCxnSpPr>
            <p:nvPr/>
          </p:nvCxnSpPr>
          <p:spPr>
            <a:xfrm rot="5400000" flipH="1" flipV="1">
              <a:off x="6375144" y="2133949"/>
              <a:ext cx="2422392" cy="37776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꺾인 연결선 367"/>
            <p:cNvCxnSpPr>
              <a:stCxn id="318" idx="1"/>
              <a:endCxn id="296" idx="1"/>
            </p:cNvCxnSpPr>
            <p:nvPr/>
          </p:nvCxnSpPr>
          <p:spPr>
            <a:xfrm rot="10800000" flipH="1">
              <a:off x="8693455" y="2839419"/>
              <a:ext cx="809770" cy="1126556"/>
            </a:xfrm>
            <a:prstGeom prst="bentConnector3">
              <a:avLst>
                <a:gd name="adj1" fmla="val 3920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792239" y="516447"/>
            <a:ext cx="17346415" cy="4091166"/>
            <a:chOff x="-1792239" y="516447"/>
            <a:chExt cx="17346415" cy="4091166"/>
          </a:xfrm>
        </p:grpSpPr>
        <p:sp>
          <p:nvSpPr>
            <p:cNvPr id="6" name="TextBox 5"/>
            <p:cNvSpPr txBox="1"/>
            <p:nvPr/>
          </p:nvSpPr>
          <p:spPr>
            <a:xfrm>
              <a:off x="-1792239" y="2028273"/>
              <a:ext cx="1544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[][][]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mns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new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[3][2][2];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9316197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852863" y="77237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</a:t>
              </a:r>
              <a:r>
                <a:rPr lang="ko-KR" altLang="en-US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길이</a:t>
              </a:r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10736154" y="1418703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76688" y="516447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538386" y="1162778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64545" y="3894041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3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대괄호 3"/>
            <p:cNvSpPr/>
            <p:nvPr/>
          </p:nvSpPr>
          <p:spPr>
            <a:xfrm rot="16200000">
              <a:off x="661469" y="909374"/>
              <a:ext cx="216000" cy="2232000"/>
            </a:xfrm>
            <a:prstGeom prst="rightBracket">
              <a:avLst>
                <a:gd name="adj" fmla="val 7860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아래쪽 화살표 16"/>
            <p:cNvSpPr/>
            <p:nvPr/>
          </p:nvSpPr>
          <p:spPr>
            <a:xfrm rot="10800000">
              <a:off x="12160114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55591" y="396128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</TotalTime>
  <Words>187</Words>
  <Application>Microsoft Office PowerPoint</Application>
  <PresentationFormat>와이드스크린</PresentationFormat>
  <Paragraphs>104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69</cp:revision>
  <dcterms:created xsi:type="dcterms:W3CDTF">2026-08-04T06:26:42Z</dcterms:created>
  <dcterms:modified xsi:type="dcterms:W3CDTF">2026-08-11T08:22:35Z</dcterms:modified>
</cp:coreProperties>
</file>