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5467" autoAdjust="0"/>
    <p:restoredTop sz="94660"/>
  </p:normalViewPr>
  <p:slideViewPr>
    <p:cSldViewPr snapToGrid="0">
      <p:cViewPr>
        <p:scale>
          <a:sx n="33" d="100"/>
          <a:sy n="33" d="100"/>
        </p:scale>
        <p:origin x="1218" y="18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그룹 45"/>
          <p:cNvGrpSpPr/>
          <p:nvPr/>
        </p:nvGrpSpPr>
        <p:grpSpPr>
          <a:xfrm>
            <a:off x="4373457" y="942360"/>
            <a:ext cx="6966223" cy="3455564"/>
            <a:chOff x="4373457" y="942360"/>
            <a:chExt cx="6966223" cy="3455564"/>
          </a:xfrm>
        </p:grpSpPr>
        <p:sp>
          <p:nvSpPr>
            <p:cNvPr id="254" name="직사각형 253"/>
            <p:cNvSpPr>
              <a:spLocks noChangeAspect="1"/>
            </p:cNvSpPr>
            <p:nvPr/>
          </p:nvSpPr>
          <p:spPr>
            <a:xfrm>
              <a:off x="4373457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6" name="직사각형 255"/>
            <p:cNvSpPr>
              <a:spLocks noChangeAspect="1"/>
            </p:cNvSpPr>
            <p:nvPr/>
          </p:nvSpPr>
          <p:spPr>
            <a:xfrm>
              <a:off x="5237457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8" name="직사각형 257"/>
            <p:cNvSpPr>
              <a:spLocks noChangeAspect="1"/>
            </p:cNvSpPr>
            <p:nvPr/>
          </p:nvSpPr>
          <p:spPr>
            <a:xfrm>
              <a:off x="6101456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0" name="직사각형 259"/>
            <p:cNvSpPr>
              <a:spLocks noChangeAspect="1"/>
            </p:cNvSpPr>
            <p:nvPr/>
          </p:nvSpPr>
          <p:spPr>
            <a:xfrm>
              <a:off x="6965456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2" name="직사각형 261"/>
            <p:cNvSpPr>
              <a:spLocks noChangeAspect="1"/>
            </p:cNvSpPr>
            <p:nvPr/>
          </p:nvSpPr>
          <p:spPr>
            <a:xfrm>
              <a:off x="7829455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4" name="직사각형 263"/>
            <p:cNvSpPr>
              <a:spLocks noChangeAspect="1"/>
            </p:cNvSpPr>
            <p:nvPr/>
          </p:nvSpPr>
          <p:spPr>
            <a:xfrm>
              <a:off x="4373457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6" name="직사각형 265"/>
            <p:cNvSpPr>
              <a:spLocks noChangeAspect="1"/>
            </p:cNvSpPr>
            <p:nvPr/>
          </p:nvSpPr>
          <p:spPr>
            <a:xfrm>
              <a:off x="5237457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7" name="TextBox 266"/>
            <p:cNvSpPr txBox="1"/>
            <p:nvPr/>
          </p:nvSpPr>
          <p:spPr>
            <a:xfrm>
              <a:off x="5183228" y="180625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12s1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8" name="직사각형 267"/>
            <p:cNvSpPr>
              <a:spLocks noChangeAspect="1"/>
            </p:cNvSpPr>
            <p:nvPr/>
          </p:nvSpPr>
          <p:spPr>
            <a:xfrm>
              <a:off x="6101456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9" name="TextBox 268"/>
            <p:cNvSpPr txBox="1"/>
            <p:nvPr/>
          </p:nvSpPr>
          <p:spPr>
            <a:xfrm>
              <a:off x="6047227" y="180625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12s2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70" name="직사각형 269"/>
            <p:cNvSpPr>
              <a:spLocks noChangeAspect="1"/>
            </p:cNvSpPr>
            <p:nvPr/>
          </p:nvSpPr>
          <p:spPr>
            <a:xfrm>
              <a:off x="6965456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2" name="직사각형 271"/>
            <p:cNvSpPr>
              <a:spLocks noChangeAspect="1"/>
            </p:cNvSpPr>
            <p:nvPr/>
          </p:nvSpPr>
          <p:spPr>
            <a:xfrm>
              <a:off x="7829455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4" name="직사각형 273"/>
            <p:cNvSpPr>
              <a:spLocks noChangeAspect="1"/>
            </p:cNvSpPr>
            <p:nvPr/>
          </p:nvSpPr>
          <p:spPr>
            <a:xfrm>
              <a:off x="4373457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6" name="직사각형 275"/>
            <p:cNvSpPr>
              <a:spLocks noChangeAspect="1"/>
            </p:cNvSpPr>
            <p:nvPr/>
          </p:nvSpPr>
          <p:spPr>
            <a:xfrm>
              <a:off x="5237457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8" name="직사각형 277"/>
            <p:cNvSpPr>
              <a:spLocks noChangeAspect="1"/>
            </p:cNvSpPr>
            <p:nvPr/>
          </p:nvSpPr>
          <p:spPr>
            <a:xfrm>
              <a:off x="6101456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0" name="직사각형 279"/>
            <p:cNvSpPr>
              <a:spLocks noChangeAspect="1"/>
            </p:cNvSpPr>
            <p:nvPr/>
          </p:nvSpPr>
          <p:spPr>
            <a:xfrm>
              <a:off x="6965456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2" name="직사각형 281"/>
            <p:cNvSpPr>
              <a:spLocks noChangeAspect="1"/>
            </p:cNvSpPr>
            <p:nvPr/>
          </p:nvSpPr>
          <p:spPr>
            <a:xfrm>
              <a:off x="7829455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5" name="직사각형 284"/>
            <p:cNvSpPr>
              <a:spLocks noChangeAspect="1"/>
            </p:cNvSpPr>
            <p:nvPr/>
          </p:nvSpPr>
          <p:spPr>
            <a:xfrm>
              <a:off x="8693455" y="942368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7" name="직사각형 286"/>
            <p:cNvSpPr>
              <a:spLocks noChangeAspect="1"/>
            </p:cNvSpPr>
            <p:nvPr/>
          </p:nvSpPr>
          <p:spPr>
            <a:xfrm>
              <a:off x="9557454" y="942368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9" name="직사각형 288"/>
            <p:cNvSpPr>
              <a:spLocks noChangeAspect="1"/>
            </p:cNvSpPr>
            <p:nvPr/>
          </p:nvSpPr>
          <p:spPr>
            <a:xfrm>
              <a:off x="8693455" y="180625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1" name="직사각형 290"/>
            <p:cNvSpPr>
              <a:spLocks noChangeAspect="1"/>
            </p:cNvSpPr>
            <p:nvPr/>
          </p:nvSpPr>
          <p:spPr>
            <a:xfrm>
              <a:off x="9557454" y="180625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3" name="직사각형 292"/>
            <p:cNvSpPr>
              <a:spLocks noChangeAspect="1"/>
            </p:cNvSpPr>
            <p:nvPr/>
          </p:nvSpPr>
          <p:spPr>
            <a:xfrm>
              <a:off x="8693455" y="2670146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5" name="직사각형 294"/>
            <p:cNvSpPr>
              <a:spLocks noChangeAspect="1"/>
            </p:cNvSpPr>
            <p:nvPr/>
          </p:nvSpPr>
          <p:spPr>
            <a:xfrm>
              <a:off x="9557454" y="2670146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6" name="TextBox 295"/>
            <p:cNvSpPr txBox="1"/>
            <p:nvPr/>
          </p:nvSpPr>
          <p:spPr>
            <a:xfrm>
              <a:off x="9503225" y="2670142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90h8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98" name="직사각형 297"/>
            <p:cNvSpPr>
              <a:spLocks noChangeAspect="1"/>
            </p:cNvSpPr>
            <p:nvPr/>
          </p:nvSpPr>
          <p:spPr>
            <a:xfrm>
              <a:off x="4373457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0" name="직사각형 299"/>
            <p:cNvSpPr>
              <a:spLocks noChangeAspect="1"/>
            </p:cNvSpPr>
            <p:nvPr/>
          </p:nvSpPr>
          <p:spPr>
            <a:xfrm>
              <a:off x="5237457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2" name="직사각형 301"/>
            <p:cNvSpPr>
              <a:spLocks noChangeAspect="1"/>
            </p:cNvSpPr>
            <p:nvPr/>
          </p:nvSpPr>
          <p:spPr>
            <a:xfrm>
              <a:off x="6101456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6047227" y="353402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55cv2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04" name="직사각형 303"/>
            <p:cNvSpPr>
              <a:spLocks noChangeAspect="1"/>
            </p:cNvSpPr>
            <p:nvPr/>
          </p:nvSpPr>
          <p:spPr>
            <a:xfrm>
              <a:off x="6965456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6911227" y="353402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55cv3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06" name="직사각형 305"/>
            <p:cNvSpPr>
              <a:spLocks noChangeAspect="1"/>
            </p:cNvSpPr>
            <p:nvPr/>
          </p:nvSpPr>
          <p:spPr>
            <a:xfrm>
              <a:off x="7829455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7" name="TextBox 306"/>
            <p:cNvSpPr txBox="1"/>
            <p:nvPr/>
          </p:nvSpPr>
          <p:spPr>
            <a:xfrm>
              <a:off x="7775226" y="353402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55cv4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18" name="직사각형 317"/>
            <p:cNvSpPr>
              <a:spLocks noChangeAspect="1"/>
            </p:cNvSpPr>
            <p:nvPr/>
          </p:nvSpPr>
          <p:spPr>
            <a:xfrm>
              <a:off x="8693455" y="353402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0" name="직사각형 319"/>
            <p:cNvSpPr>
              <a:spLocks noChangeAspect="1"/>
            </p:cNvSpPr>
            <p:nvPr/>
          </p:nvSpPr>
          <p:spPr>
            <a:xfrm>
              <a:off x="9557454" y="353402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6" name="직사각형 325"/>
            <p:cNvSpPr>
              <a:spLocks noChangeAspect="1"/>
            </p:cNvSpPr>
            <p:nvPr/>
          </p:nvSpPr>
          <p:spPr>
            <a:xfrm>
              <a:off x="10421452" y="942368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직사각형 327"/>
            <p:cNvSpPr>
              <a:spLocks noChangeAspect="1"/>
            </p:cNvSpPr>
            <p:nvPr/>
          </p:nvSpPr>
          <p:spPr>
            <a:xfrm>
              <a:off x="10421452" y="180625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0" name="직사각형 329"/>
            <p:cNvSpPr>
              <a:spLocks noChangeAspect="1"/>
            </p:cNvSpPr>
            <p:nvPr/>
          </p:nvSpPr>
          <p:spPr>
            <a:xfrm>
              <a:off x="10421452" y="2670146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1" name="TextBox 330"/>
            <p:cNvSpPr txBox="1"/>
            <p:nvPr/>
          </p:nvSpPr>
          <p:spPr>
            <a:xfrm>
              <a:off x="10367223" y="2670142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90h9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32" name="직사각형 331"/>
            <p:cNvSpPr>
              <a:spLocks noChangeAspect="1"/>
            </p:cNvSpPr>
            <p:nvPr/>
          </p:nvSpPr>
          <p:spPr>
            <a:xfrm>
              <a:off x="10421452" y="353402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2" name="직사각형 351"/>
            <p:cNvSpPr/>
            <p:nvPr/>
          </p:nvSpPr>
          <p:spPr>
            <a:xfrm>
              <a:off x="5381455" y="2144805"/>
              <a:ext cx="576000" cy="43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3" name="직사각형 352"/>
            <p:cNvSpPr/>
            <p:nvPr/>
          </p:nvSpPr>
          <p:spPr>
            <a:xfrm>
              <a:off x="6245452" y="2139326"/>
              <a:ext cx="576000" cy="43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4" name="직사각형 353"/>
            <p:cNvSpPr/>
            <p:nvPr/>
          </p:nvSpPr>
          <p:spPr>
            <a:xfrm>
              <a:off x="9701452" y="3008684"/>
              <a:ext cx="576000" cy="432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5" name="직사각형 354"/>
            <p:cNvSpPr/>
            <p:nvPr/>
          </p:nvSpPr>
          <p:spPr>
            <a:xfrm>
              <a:off x="10565449" y="3008684"/>
              <a:ext cx="576000" cy="432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6" name="직사각형 355"/>
            <p:cNvSpPr/>
            <p:nvPr/>
          </p:nvSpPr>
          <p:spPr>
            <a:xfrm>
              <a:off x="6155685" y="3872583"/>
              <a:ext cx="720000" cy="43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12s1</a:t>
              </a:r>
              <a:endParaRPr lang="ko-KR" altLang="en-US" sz="1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0" name="TextBox 359"/>
            <p:cNvSpPr txBox="1"/>
            <p:nvPr/>
          </p:nvSpPr>
          <p:spPr>
            <a:xfrm>
              <a:off x="7775225" y="942360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29e5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2" name="TextBox 361"/>
            <p:cNvSpPr txBox="1"/>
            <p:nvPr/>
          </p:nvSpPr>
          <p:spPr>
            <a:xfrm>
              <a:off x="8639224" y="942360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29e6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3" name="직사각형 362"/>
            <p:cNvSpPr/>
            <p:nvPr/>
          </p:nvSpPr>
          <p:spPr>
            <a:xfrm>
              <a:off x="7973453" y="1280910"/>
              <a:ext cx="576000" cy="4320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64" name="직사각형 363"/>
            <p:cNvSpPr/>
            <p:nvPr/>
          </p:nvSpPr>
          <p:spPr>
            <a:xfrm>
              <a:off x="8837452" y="1280910"/>
              <a:ext cx="576000" cy="4320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꺾인 연결선 29"/>
            <p:cNvCxnSpPr>
              <a:stCxn id="302" idx="1"/>
              <a:endCxn id="267" idx="1"/>
            </p:cNvCxnSpPr>
            <p:nvPr/>
          </p:nvCxnSpPr>
          <p:spPr>
            <a:xfrm rot="10800000">
              <a:off x="5183228" y="1975537"/>
              <a:ext cx="918228" cy="1990443"/>
            </a:xfrm>
            <a:prstGeom prst="bentConnector3">
              <a:avLst>
                <a:gd name="adj1" fmla="val 142876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직사각형 364"/>
            <p:cNvSpPr/>
            <p:nvPr/>
          </p:nvSpPr>
          <p:spPr>
            <a:xfrm>
              <a:off x="7033934" y="3872583"/>
              <a:ext cx="720000" cy="43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29e5</a:t>
              </a:r>
              <a:endParaRPr lang="ko-KR" altLang="en-US" sz="1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6" name="직사각형 365"/>
            <p:cNvSpPr/>
            <p:nvPr/>
          </p:nvSpPr>
          <p:spPr>
            <a:xfrm>
              <a:off x="7897931" y="3872583"/>
              <a:ext cx="720000" cy="43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90h8</a:t>
              </a:r>
              <a:endParaRPr lang="ko-KR" altLang="en-US" sz="1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367" name="꺾인 연결선 366"/>
            <p:cNvCxnSpPr>
              <a:stCxn id="305" idx="0"/>
              <a:endCxn id="360" idx="1"/>
            </p:cNvCxnSpPr>
            <p:nvPr/>
          </p:nvCxnSpPr>
          <p:spPr>
            <a:xfrm rot="5400000" flipH="1" flipV="1">
              <a:off x="6375144" y="2133949"/>
              <a:ext cx="2422392" cy="377769"/>
            </a:xfrm>
            <a:prstGeom prst="bentConnector2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꺾인 연결선 367"/>
            <p:cNvCxnSpPr>
              <a:stCxn id="318" idx="1"/>
              <a:endCxn id="296" idx="1"/>
            </p:cNvCxnSpPr>
            <p:nvPr/>
          </p:nvCxnSpPr>
          <p:spPr>
            <a:xfrm rot="10800000" flipH="1">
              <a:off x="8693455" y="2839419"/>
              <a:ext cx="809770" cy="1126556"/>
            </a:xfrm>
            <a:prstGeom prst="bentConnector3">
              <a:avLst>
                <a:gd name="adj1" fmla="val 39209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/>
          <p:cNvGrpSpPr/>
          <p:nvPr/>
        </p:nvGrpSpPr>
        <p:grpSpPr>
          <a:xfrm>
            <a:off x="2880481" y="865764"/>
            <a:ext cx="8638681" cy="4319564"/>
            <a:chOff x="2880481" y="865764"/>
            <a:chExt cx="8638681" cy="4319564"/>
          </a:xfrm>
        </p:grpSpPr>
        <p:sp>
          <p:nvSpPr>
            <p:cNvPr id="101" name="직사각형 100"/>
            <p:cNvSpPr>
              <a:spLocks noChangeAspect="1"/>
            </p:cNvSpPr>
            <p:nvPr/>
          </p:nvSpPr>
          <p:spPr>
            <a:xfrm>
              <a:off x="2880481" y="1729772"/>
              <a:ext cx="864109" cy="86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학생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03" name="직사각형 102"/>
            <p:cNvSpPr>
              <a:spLocks noChangeAspect="1"/>
            </p:cNvSpPr>
            <p:nvPr/>
          </p:nvSpPr>
          <p:spPr>
            <a:xfrm>
              <a:off x="3744481" y="1729772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80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05" name="직사각형 104"/>
            <p:cNvSpPr>
              <a:spLocks noChangeAspect="1"/>
            </p:cNvSpPr>
            <p:nvPr/>
          </p:nvSpPr>
          <p:spPr>
            <a:xfrm>
              <a:off x="4608480" y="1729772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07" name="직사각형 106"/>
            <p:cNvSpPr>
              <a:spLocks noChangeAspect="1"/>
            </p:cNvSpPr>
            <p:nvPr/>
          </p:nvSpPr>
          <p:spPr>
            <a:xfrm>
              <a:off x="5472480" y="1729772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100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1" name="직사각형 110"/>
            <p:cNvSpPr>
              <a:spLocks noChangeAspect="1"/>
            </p:cNvSpPr>
            <p:nvPr/>
          </p:nvSpPr>
          <p:spPr>
            <a:xfrm>
              <a:off x="2880481" y="2593663"/>
              <a:ext cx="864109" cy="86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학생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3" name="직사각형 112"/>
            <p:cNvSpPr>
              <a:spLocks noChangeAspect="1"/>
            </p:cNvSpPr>
            <p:nvPr/>
          </p:nvSpPr>
          <p:spPr>
            <a:xfrm>
              <a:off x="3744481" y="2593663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직사각형 114"/>
            <p:cNvSpPr>
              <a:spLocks noChangeAspect="1"/>
            </p:cNvSpPr>
            <p:nvPr/>
          </p:nvSpPr>
          <p:spPr>
            <a:xfrm>
              <a:off x="4608480" y="2593663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80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7" name="직사각형 116"/>
            <p:cNvSpPr>
              <a:spLocks noChangeAspect="1"/>
            </p:cNvSpPr>
            <p:nvPr/>
          </p:nvSpPr>
          <p:spPr>
            <a:xfrm>
              <a:off x="5472480" y="2593663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85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21" name="직사각형 120"/>
            <p:cNvSpPr>
              <a:spLocks noChangeAspect="1"/>
            </p:cNvSpPr>
            <p:nvPr/>
          </p:nvSpPr>
          <p:spPr>
            <a:xfrm>
              <a:off x="2880481" y="3457550"/>
              <a:ext cx="864109" cy="86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학생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23" name="직사각형 122"/>
            <p:cNvSpPr>
              <a:spLocks noChangeAspect="1"/>
            </p:cNvSpPr>
            <p:nvPr/>
          </p:nvSpPr>
          <p:spPr>
            <a:xfrm>
              <a:off x="3744481" y="3457550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95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25" name="직사각형 124"/>
            <p:cNvSpPr>
              <a:spLocks noChangeAspect="1"/>
            </p:cNvSpPr>
            <p:nvPr/>
          </p:nvSpPr>
          <p:spPr>
            <a:xfrm>
              <a:off x="4608480" y="3457550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80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27" name="직사각형 126"/>
            <p:cNvSpPr>
              <a:spLocks noChangeAspect="1"/>
            </p:cNvSpPr>
            <p:nvPr/>
          </p:nvSpPr>
          <p:spPr>
            <a:xfrm>
              <a:off x="5472480" y="3457550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100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2" name="직사각형 131"/>
            <p:cNvSpPr>
              <a:spLocks/>
            </p:cNvSpPr>
            <p:nvPr/>
          </p:nvSpPr>
          <p:spPr>
            <a:xfrm>
              <a:off x="3744481" y="1297768"/>
              <a:ext cx="864109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국어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3" name="직사각형 132"/>
            <p:cNvSpPr>
              <a:spLocks/>
            </p:cNvSpPr>
            <p:nvPr/>
          </p:nvSpPr>
          <p:spPr>
            <a:xfrm>
              <a:off x="4608480" y="1297768"/>
              <a:ext cx="864109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영어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4" name="직사각형 133"/>
            <p:cNvSpPr>
              <a:spLocks/>
            </p:cNvSpPr>
            <p:nvPr/>
          </p:nvSpPr>
          <p:spPr>
            <a:xfrm>
              <a:off x="5472480" y="1297768"/>
              <a:ext cx="864109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수학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6" name="직사각형 135"/>
            <p:cNvSpPr>
              <a:spLocks/>
            </p:cNvSpPr>
            <p:nvPr/>
          </p:nvSpPr>
          <p:spPr>
            <a:xfrm>
              <a:off x="2880481" y="865764"/>
              <a:ext cx="864109" cy="86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7" name="직사각형 136"/>
            <p:cNvSpPr>
              <a:spLocks/>
            </p:cNvSpPr>
            <p:nvPr/>
          </p:nvSpPr>
          <p:spPr>
            <a:xfrm>
              <a:off x="3744480" y="865764"/>
              <a:ext cx="2592000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학기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1" name="직사각형 140"/>
            <p:cNvSpPr>
              <a:spLocks noChangeAspect="1"/>
            </p:cNvSpPr>
            <p:nvPr/>
          </p:nvSpPr>
          <p:spPr>
            <a:xfrm>
              <a:off x="2880481" y="4321328"/>
              <a:ext cx="864109" cy="86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학생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2" name="직사각형 141"/>
            <p:cNvSpPr>
              <a:spLocks noChangeAspect="1"/>
            </p:cNvSpPr>
            <p:nvPr/>
          </p:nvSpPr>
          <p:spPr>
            <a:xfrm>
              <a:off x="3744481" y="4321328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85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3" name="직사각형 142"/>
            <p:cNvSpPr>
              <a:spLocks noChangeAspect="1"/>
            </p:cNvSpPr>
            <p:nvPr/>
          </p:nvSpPr>
          <p:spPr>
            <a:xfrm>
              <a:off x="4608480" y="4321328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80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4" name="직사각형 143"/>
            <p:cNvSpPr>
              <a:spLocks noChangeAspect="1"/>
            </p:cNvSpPr>
            <p:nvPr/>
          </p:nvSpPr>
          <p:spPr>
            <a:xfrm>
              <a:off x="5472480" y="4321328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100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6" name="직사각형 145"/>
            <p:cNvSpPr>
              <a:spLocks noChangeAspect="1"/>
            </p:cNvSpPr>
            <p:nvPr/>
          </p:nvSpPr>
          <p:spPr>
            <a:xfrm>
              <a:off x="6335768" y="1729772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7" name="직사각형 146"/>
            <p:cNvSpPr>
              <a:spLocks noChangeAspect="1"/>
            </p:cNvSpPr>
            <p:nvPr/>
          </p:nvSpPr>
          <p:spPr>
            <a:xfrm>
              <a:off x="7199767" y="1729772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95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8" name="직사각형 147"/>
            <p:cNvSpPr>
              <a:spLocks noChangeAspect="1"/>
            </p:cNvSpPr>
            <p:nvPr/>
          </p:nvSpPr>
          <p:spPr>
            <a:xfrm>
              <a:off x="8063767" y="1729772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85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9" name="직사각형 148"/>
            <p:cNvSpPr>
              <a:spLocks noChangeAspect="1"/>
            </p:cNvSpPr>
            <p:nvPr/>
          </p:nvSpPr>
          <p:spPr>
            <a:xfrm>
              <a:off x="6335768" y="2593663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50" name="직사각형 149"/>
            <p:cNvSpPr>
              <a:spLocks noChangeAspect="1"/>
            </p:cNvSpPr>
            <p:nvPr/>
          </p:nvSpPr>
          <p:spPr>
            <a:xfrm>
              <a:off x="7199767" y="2593663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51" name="직사각형 150"/>
            <p:cNvSpPr>
              <a:spLocks noChangeAspect="1"/>
            </p:cNvSpPr>
            <p:nvPr/>
          </p:nvSpPr>
          <p:spPr>
            <a:xfrm>
              <a:off x="8063767" y="2593663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85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52" name="직사각형 151"/>
            <p:cNvSpPr>
              <a:spLocks noChangeAspect="1"/>
            </p:cNvSpPr>
            <p:nvPr/>
          </p:nvSpPr>
          <p:spPr>
            <a:xfrm>
              <a:off x="6335768" y="3457550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10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53" name="직사각형 152"/>
            <p:cNvSpPr>
              <a:spLocks noChangeAspect="1"/>
            </p:cNvSpPr>
            <p:nvPr/>
          </p:nvSpPr>
          <p:spPr>
            <a:xfrm>
              <a:off x="7199767" y="3457550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85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54" name="직사각형 153"/>
            <p:cNvSpPr>
              <a:spLocks noChangeAspect="1"/>
            </p:cNvSpPr>
            <p:nvPr/>
          </p:nvSpPr>
          <p:spPr>
            <a:xfrm>
              <a:off x="8063767" y="3457550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100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55" name="직사각형 154"/>
            <p:cNvSpPr>
              <a:spLocks/>
            </p:cNvSpPr>
            <p:nvPr/>
          </p:nvSpPr>
          <p:spPr>
            <a:xfrm>
              <a:off x="6335768" y="1297768"/>
              <a:ext cx="864109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국어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56" name="직사각형 155"/>
            <p:cNvSpPr>
              <a:spLocks/>
            </p:cNvSpPr>
            <p:nvPr/>
          </p:nvSpPr>
          <p:spPr>
            <a:xfrm>
              <a:off x="7199767" y="1297768"/>
              <a:ext cx="864109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영어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57" name="직사각형 156"/>
            <p:cNvSpPr>
              <a:spLocks/>
            </p:cNvSpPr>
            <p:nvPr/>
          </p:nvSpPr>
          <p:spPr>
            <a:xfrm>
              <a:off x="8063767" y="1297768"/>
              <a:ext cx="864109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수학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58" name="직사각형 157"/>
            <p:cNvSpPr>
              <a:spLocks/>
            </p:cNvSpPr>
            <p:nvPr/>
          </p:nvSpPr>
          <p:spPr>
            <a:xfrm>
              <a:off x="6335767" y="865764"/>
              <a:ext cx="2592000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학기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61" name="직사각형 160"/>
            <p:cNvSpPr>
              <a:spLocks noChangeAspect="1"/>
            </p:cNvSpPr>
            <p:nvPr/>
          </p:nvSpPr>
          <p:spPr>
            <a:xfrm>
              <a:off x="6335768" y="4321328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62" name="직사각형 161"/>
            <p:cNvSpPr>
              <a:spLocks noChangeAspect="1"/>
            </p:cNvSpPr>
            <p:nvPr/>
          </p:nvSpPr>
          <p:spPr>
            <a:xfrm>
              <a:off x="7199767" y="4321328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63" name="직사각형 162"/>
            <p:cNvSpPr>
              <a:spLocks noChangeAspect="1"/>
            </p:cNvSpPr>
            <p:nvPr/>
          </p:nvSpPr>
          <p:spPr>
            <a:xfrm>
              <a:off x="8063767" y="4321328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85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64" name="직사각형 163"/>
            <p:cNvSpPr>
              <a:spLocks noChangeAspect="1"/>
            </p:cNvSpPr>
            <p:nvPr/>
          </p:nvSpPr>
          <p:spPr>
            <a:xfrm>
              <a:off x="8927054" y="1729772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85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65" name="직사각형 164"/>
            <p:cNvSpPr>
              <a:spLocks noChangeAspect="1"/>
            </p:cNvSpPr>
            <p:nvPr/>
          </p:nvSpPr>
          <p:spPr>
            <a:xfrm>
              <a:off x="9791053" y="1729772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85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66" name="직사각형 165"/>
            <p:cNvSpPr>
              <a:spLocks noChangeAspect="1"/>
            </p:cNvSpPr>
            <p:nvPr/>
          </p:nvSpPr>
          <p:spPr>
            <a:xfrm>
              <a:off x="10655053" y="1729772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67" name="직사각형 166"/>
            <p:cNvSpPr>
              <a:spLocks noChangeAspect="1"/>
            </p:cNvSpPr>
            <p:nvPr/>
          </p:nvSpPr>
          <p:spPr>
            <a:xfrm>
              <a:off x="8927054" y="2593663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95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68" name="직사각형 167"/>
            <p:cNvSpPr>
              <a:spLocks noChangeAspect="1"/>
            </p:cNvSpPr>
            <p:nvPr/>
          </p:nvSpPr>
          <p:spPr>
            <a:xfrm>
              <a:off x="9791053" y="2593663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95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69" name="직사각형 168"/>
            <p:cNvSpPr>
              <a:spLocks noChangeAspect="1"/>
            </p:cNvSpPr>
            <p:nvPr/>
          </p:nvSpPr>
          <p:spPr>
            <a:xfrm>
              <a:off x="10655053" y="2593663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10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70" name="직사각형 169"/>
            <p:cNvSpPr>
              <a:spLocks noChangeAspect="1"/>
            </p:cNvSpPr>
            <p:nvPr/>
          </p:nvSpPr>
          <p:spPr>
            <a:xfrm>
              <a:off x="8927054" y="3457550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10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71" name="직사각형 170"/>
            <p:cNvSpPr>
              <a:spLocks noChangeAspect="1"/>
            </p:cNvSpPr>
            <p:nvPr/>
          </p:nvSpPr>
          <p:spPr>
            <a:xfrm>
              <a:off x="9791053" y="3457550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80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72" name="직사각형 171"/>
            <p:cNvSpPr>
              <a:spLocks noChangeAspect="1"/>
            </p:cNvSpPr>
            <p:nvPr/>
          </p:nvSpPr>
          <p:spPr>
            <a:xfrm>
              <a:off x="10655053" y="3457550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73" name="직사각형 172"/>
            <p:cNvSpPr>
              <a:spLocks/>
            </p:cNvSpPr>
            <p:nvPr/>
          </p:nvSpPr>
          <p:spPr>
            <a:xfrm>
              <a:off x="8927054" y="1297768"/>
              <a:ext cx="864109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국어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74" name="직사각형 173"/>
            <p:cNvSpPr>
              <a:spLocks/>
            </p:cNvSpPr>
            <p:nvPr/>
          </p:nvSpPr>
          <p:spPr>
            <a:xfrm>
              <a:off x="9791053" y="1297768"/>
              <a:ext cx="864109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영어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75" name="직사각형 174"/>
            <p:cNvSpPr>
              <a:spLocks/>
            </p:cNvSpPr>
            <p:nvPr/>
          </p:nvSpPr>
          <p:spPr>
            <a:xfrm>
              <a:off x="10655053" y="1297768"/>
              <a:ext cx="864109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수학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76" name="직사각형 175"/>
            <p:cNvSpPr>
              <a:spLocks/>
            </p:cNvSpPr>
            <p:nvPr/>
          </p:nvSpPr>
          <p:spPr>
            <a:xfrm>
              <a:off x="8927053" y="865764"/>
              <a:ext cx="2592000" cy="43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학기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79" name="직사각형 178"/>
            <p:cNvSpPr>
              <a:spLocks noChangeAspect="1"/>
            </p:cNvSpPr>
            <p:nvPr/>
          </p:nvSpPr>
          <p:spPr>
            <a:xfrm>
              <a:off x="8927054" y="4321328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100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80" name="직사각형 179"/>
            <p:cNvSpPr>
              <a:spLocks noChangeAspect="1"/>
            </p:cNvSpPr>
            <p:nvPr/>
          </p:nvSpPr>
          <p:spPr>
            <a:xfrm>
              <a:off x="9791053" y="4321328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100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81" name="직사각형 180"/>
            <p:cNvSpPr>
              <a:spLocks noChangeAspect="1"/>
            </p:cNvSpPr>
            <p:nvPr/>
          </p:nvSpPr>
          <p:spPr>
            <a:xfrm>
              <a:off x="10655053" y="4321328"/>
              <a:ext cx="864109" cy="864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8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0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-1792239" y="516447"/>
            <a:ext cx="17346415" cy="4091166"/>
            <a:chOff x="-1792239" y="516447"/>
            <a:chExt cx="17346415" cy="4091166"/>
          </a:xfrm>
        </p:grpSpPr>
        <p:sp>
          <p:nvSpPr>
            <p:cNvPr id="6" name="TextBox 5"/>
            <p:cNvSpPr txBox="1"/>
            <p:nvPr/>
          </p:nvSpPr>
          <p:spPr>
            <a:xfrm>
              <a:off x="-1792239" y="2028273"/>
              <a:ext cx="15446857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8000" dirty="0" err="1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</a:t>
              </a:r>
              <a:r>
                <a:rPr lang="en-US" altLang="ko-KR" sz="8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nt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[][][] </a:t>
              </a:r>
              <a:r>
                <a:rPr lang="en-US" altLang="ko-KR" sz="8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mns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= 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en-US" altLang="ko-KR" sz="8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[3][2][2];</a:t>
              </a:r>
              <a:endParaRPr lang="ko-KR" altLang="en-US" sz="8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0" name="아래쪽 화살표 9"/>
            <p:cNvSpPr/>
            <p:nvPr/>
          </p:nvSpPr>
          <p:spPr>
            <a:xfrm rot="10800000">
              <a:off x="9316197" y="3171142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852863" y="772372"/>
              <a:ext cx="41985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</a:t>
              </a:r>
              <a:r>
                <a:rPr lang="ko-KR" altLang="en-US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배열의 길이</a:t>
              </a:r>
              <a:r>
                <a:rPr lang="en-US" altLang="ko-KR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: </a:t>
              </a:r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9" name="아래쪽 화살표 18"/>
            <p:cNvSpPr/>
            <p:nvPr/>
          </p:nvSpPr>
          <p:spPr>
            <a:xfrm>
              <a:off x="10736154" y="1418703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-376688" y="516447"/>
              <a:ext cx="226215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배열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5" name="아래쪽 화살표 34"/>
            <p:cNvSpPr/>
            <p:nvPr/>
          </p:nvSpPr>
          <p:spPr>
            <a:xfrm>
              <a:off x="538386" y="1162778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164545" y="3894041"/>
              <a:ext cx="41985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배열의 길이</a:t>
              </a:r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: 3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오른쪽 대괄호 3"/>
            <p:cNvSpPr/>
            <p:nvPr/>
          </p:nvSpPr>
          <p:spPr>
            <a:xfrm rot="16200000">
              <a:off x="661469" y="909374"/>
              <a:ext cx="216000" cy="2232000"/>
            </a:xfrm>
            <a:prstGeom prst="rightBracket">
              <a:avLst>
                <a:gd name="adj" fmla="val 7860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아래쪽 화살표 16"/>
            <p:cNvSpPr/>
            <p:nvPr/>
          </p:nvSpPr>
          <p:spPr>
            <a:xfrm rot="10800000">
              <a:off x="12160114" y="3171142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1355591" y="3961282"/>
              <a:ext cx="41985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배열의 길이</a:t>
              </a:r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: 2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92118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</TotalTime>
  <Words>170</Words>
  <Application>Microsoft Office PowerPoint</Application>
  <PresentationFormat>와이드스크린</PresentationFormat>
  <Paragraphs>136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50</cp:revision>
  <dcterms:created xsi:type="dcterms:W3CDTF">2026-08-04T06:26:42Z</dcterms:created>
  <dcterms:modified xsi:type="dcterms:W3CDTF">2026-08-07T08:15:36Z</dcterms:modified>
</cp:coreProperties>
</file>