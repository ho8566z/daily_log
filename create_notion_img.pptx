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9" r:id="rId4"/>
    <p:sldId id="257" r:id="rId5"/>
    <p:sldId id="258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  <a:srgbClr val="FFFFFF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447" autoAdjust="0"/>
    <p:restoredTop sz="94660"/>
  </p:normalViewPr>
  <p:slideViewPr>
    <p:cSldViewPr snapToGrid="0">
      <p:cViewPr>
        <p:scale>
          <a:sx n="33" d="100"/>
          <a:sy n="33" d="100"/>
        </p:scale>
        <p:origin x="892" y="10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26-08-10(Mon)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26-08-10(Mon)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26-08-10(Mon)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26-08-10(Mon)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26-08-10(Mon)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26-08-10(Mon)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26-08-10(Mon)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26-08-10(Mon)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26-08-10(Mon)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26-08-10(Mon)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26-08-10(Mon)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26-08-10(Mon)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개체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77509955"/>
              </p:ext>
            </p:extLst>
          </p:nvPr>
        </p:nvGraphicFramePr>
        <p:xfrm>
          <a:off x="4291013" y="2184401"/>
          <a:ext cx="4844354" cy="1981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" name="워크시트" r:id="rId3" imgW="3610051" imgH="1476487" progId="Excel.Sheet.12">
                  <p:embed/>
                </p:oleObj>
              </mc:Choice>
              <mc:Fallback>
                <p:oleObj name="워크시트" r:id="rId3" imgW="3610051" imgH="1476487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291013" y="2184401"/>
                        <a:ext cx="4844354" cy="1981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그룹 45"/>
          <p:cNvGrpSpPr/>
          <p:nvPr/>
        </p:nvGrpSpPr>
        <p:grpSpPr>
          <a:xfrm>
            <a:off x="4373457" y="942360"/>
            <a:ext cx="6966223" cy="3455564"/>
            <a:chOff x="4373457" y="942360"/>
            <a:chExt cx="6966223" cy="3455564"/>
          </a:xfrm>
        </p:grpSpPr>
        <p:sp>
          <p:nvSpPr>
            <p:cNvPr id="254" name="직사각형 253"/>
            <p:cNvSpPr>
              <a:spLocks noChangeAspect="1"/>
            </p:cNvSpPr>
            <p:nvPr/>
          </p:nvSpPr>
          <p:spPr>
            <a:xfrm>
              <a:off x="4373457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6" name="직사각형 255"/>
            <p:cNvSpPr>
              <a:spLocks noChangeAspect="1"/>
            </p:cNvSpPr>
            <p:nvPr/>
          </p:nvSpPr>
          <p:spPr>
            <a:xfrm>
              <a:off x="5237457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8" name="직사각형 257"/>
            <p:cNvSpPr>
              <a:spLocks noChangeAspect="1"/>
            </p:cNvSpPr>
            <p:nvPr/>
          </p:nvSpPr>
          <p:spPr>
            <a:xfrm>
              <a:off x="6101456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0" name="직사각형 259"/>
            <p:cNvSpPr>
              <a:spLocks noChangeAspect="1"/>
            </p:cNvSpPr>
            <p:nvPr/>
          </p:nvSpPr>
          <p:spPr>
            <a:xfrm>
              <a:off x="6965456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2" name="직사각형 261"/>
            <p:cNvSpPr>
              <a:spLocks noChangeAspect="1"/>
            </p:cNvSpPr>
            <p:nvPr/>
          </p:nvSpPr>
          <p:spPr>
            <a:xfrm>
              <a:off x="7829455" y="942372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4" name="직사각형 263"/>
            <p:cNvSpPr>
              <a:spLocks noChangeAspect="1"/>
            </p:cNvSpPr>
            <p:nvPr/>
          </p:nvSpPr>
          <p:spPr>
            <a:xfrm>
              <a:off x="4373457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6" name="직사각형 265"/>
            <p:cNvSpPr>
              <a:spLocks noChangeAspect="1"/>
            </p:cNvSpPr>
            <p:nvPr/>
          </p:nvSpPr>
          <p:spPr>
            <a:xfrm>
              <a:off x="5237457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7" name="TextBox 266"/>
            <p:cNvSpPr txBox="1"/>
            <p:nvPr/>
          </p:nvSpPr>
          <p:spPr>
            <a:xfrm>
              <a:off x="5183228" y="180625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12s1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8" name="직사각형 267"/>
            <p:cNvSpPr>
              <a:spLocks noChangeAspect="1"/>
            </p:cNvSpPr>
            <p:nvPr/>
          </p:nvSpPr>
          <p:spPr>
            <a:xfrm>
              <a:off x="6101456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9" name="TextBox 268"/>
            <p:cNvSpPr txBox="1"/>
            <p:nvPr/>
          </p:nvSpPr>
          <p:spPr>
            <a:xfrm>
              <a:off x="6047227" y="180625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12s2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70" name="직사각형 269"/>
            <p:cNvSpPr>
              <a:spLocks noChangeAspect="1"/>
            </p:cNvSpPr>
            <p:nvPr/>
          </p:nvSpPr>
          <p:spPr>
            <a:xfrm>
              <a:off x="6965456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2" name="직사각형 271"/>
            <p:cNvSpPr>
              <a:spLocks noChangeAspect="1"/>
            </p:cNvSpPr>
            <p:nvPr/>
          </p:nvSpPr>
          <p:spPr>
            <a:xfrm>
              <a:off x="7829455" y="180626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4" name="직사각형 273"/>
            <p:cNvSpPr>
              <a:spLocks noChangeAspect="1"/>
            </p:cNvSpPr>
            <p:nvPr/>
          </p:nvSpPr>
          <p:spPr>
            <a:xfrm>
              <a:off x="4373457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6" name="직사각형 275"/>
            <p:cNvSpPr>
              <a:spLocks noChangeAspect="1"/>
            </p:cNvSpPr>
            <p:nvPr/>
          </p:nvSpPr>
          <p:spPr>
            <a:xfrm>
              <a:off x="5237457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8" name="직사각형 277"/>
            <p:cNvSpPr>
              <a:spLocks noChangeAspect="1"/>
            </p:cNvSpPr>
            <p:nvPr/>
          </p:nvSpPr>
          <p:spPr>
            <a:xfrm>
              <a:off x="6101456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0" name="직사각형 279"/>
            <p:cNvSpPr>
              <a:spLocks noChangeAspect="1"/>
            </p:cNvSpPr>
            <p:nvPr/>
          </p:nvSpPr>
          <p:spPr>
            <a:xfrm>
              <a:off x="6965456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2" name="직사각형 281"/>
            <p:cNvSpPr>
              <a:spLocks noChangeAspect="1"/>
            </p:cNvSpPr>
            <p:nvPr/>
          </p:nvSpPr>
          <p:spPr>
            <a:xfrm>
              <a:off x="7829455" y="2670150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5" name="직사각형 284"/>
            <p:cNvSpPr>
              <a:spLocks noChangeAspect="1"/>
            </p:cNvSpPr>
            <p:nvPr/>
          </p:nvSpPr>
          <p:spPr>
            <a:xfrm>
              <a:off x="8693455" y="942368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7" name="직사각형 286"/>
            <p:cNvSpPr>
              <a:spLocks noChangeAspect="1"/>
            </p:cNvSpPr>
            <p:nvPr/>
          </p:nvSpPr>
          <p:spPr>
            <a:xfrm>
              <a:off x="9557454" y="942368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9" name="직사각형 288"/>
            <p:cNvSpPr>
              <a:spLocks noChangeAspect="1"/>
            </p:cNvSpPr>
            <p:nvPr/>
          </p:nvSpPr>
          <p:spPr>
            <a:xfrm>
              <a:off x="8693455" y="180625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1" name="직사각형 290"/>
            <p:cNvSpPr>
              <a:spLocks noChangeAspect="1"/>
            </p:cNvSpPr>
            <p:nvPr/>
          </p:nvSpPr>
          <p:spPr>
            <a:xfrm>
              <a:off x="9557454" y="180625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3" name="직사각형 292"/>
            <p:cNvSpPr>
              <a:spLocks noChangeAspect="1"/>
            </p:cNvSpPr>
            <p:nvPr/>
          </p:nvSpPr>
          <p:spPr>
            <a:xfrm>
              <a:off x="8693455" y="2670146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5" name="직사각형 294"/>
            <p:cNvSpPr>
              <a:spLocks noChangeAspect="1"/>
            </p:cNvSpPr>
            <p:nvPr/>
          </p:nvSpPr>
          <p:spPr>
            <a:xfrm>
              <a:off x="9557454" y="2670146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6" name="TextBox 295"/>
            <p:cNvSpPr txBox="1"/>
            <p:nvPr/>
          </p:nvSpPr>
          <p:spPr>
            <a:xfrm>
              <a:off x="9503225" y="2670142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90h8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98" name="직사각형 297"/>
            <p:cNvSpPr>
              <a:spLocks noChangeAspect="1"/>
            </p:cNvSpPr>
            <p:nvPr/>
          </p:nvSpPr>
          <p:spPr>
            <a:xfrm>
              <a:off x="4373457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0" name="직사각형 299"/>
            <p:cNvSpPr>
              <a:spLocks noChangeAspect="1"/>
            </p:cNvSpPr>
            <p:nvPr/>
          </p:nvSpPr>
          <p:spPr>
            <a:xfrm>
              <a:off x="5237457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2" name="직사각형 301"/>
            <p:cNvSpPr>
              <a:spLocks noChangeAspect="1"/>
            </p:cNvSpPr>
            <p:nvPr/>
          </p:nvSpPr>
          <p:spPr>
            <a:xfrm>
              <a:off x="6101456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6047227" y="353402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55cv2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04" name="직사각형 303"/>
            <p:cNvSpPr>
              <a:spLocks noChangeAspect="1"/>
            </p:cNvSpPr>
            <p:nvPr/>
          </p:nvSpPr>
          <p:spPr>
            <a:xfrm>
              <a:off x="6965456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6911227" y="353402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55cv3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06" name="직사각형 305"/>
            <p:cNvSpPr>
              <a:spLocks noChangeAspect="1"/>
            </p:cNvSpPr>
            <p:nvPr/>
          </p:nvSpPr>
          <p:spPr>
            <a:xfrm>
              <a:off x="7829455" y="3534033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7" name="TextBox 306"/>
            <p:cNvSpPr txBox="1"/>
            <p:nvPr/>
          </p:nvSpPr>
          <p:spPr>
            <a:xfrm>
              <a:off x="7775226" y="3534029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55cv4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18" name="직사각형 317"/>
            <p:cNvSpPr>
              <a:spLocks noChangeAspect="1"/>
            </p:cNvSpPr>
            <p:nvPr/>
          </p:nvSpPr>
          <p:spPr>
            <a:xfrm>
              <a:off x="8693455" y="353402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0" name="직사각형 319"/>
            <p:cNvSpPr>
              <a:spLocks noChangeAspect="1"/>
            </p:cNvSpPr>
            <p:nvPr/>
          </p:nvSpPr>
          <p:spPr>
            <a:xfrm>
              <a:off x="9557454" y="353402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6" name="직사각형 325"/>
            <p:cNvSpPr>
              <a:spLocks noChangeAspect="1"/>
            </p:cNvSpPr>
            <p:nvPr/>
          </p:nvSpPr>
          <p:spPr>
            <a:xfrm>
              <a:off x="10421452" y="942368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직사각형 327"/>
            <p:cNvSpPr>
              <a:spLocks noChangeAspect="1"/>
            </p:cNvSpPr>
            <p:nvPr/>
          </p:nvSpPr>
          <p:spPr>
            <a:xfrm>
              <a:off x="10421452" y="180625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0" name="직사각형 329"/>
            <p:cNvSpPr>
              <a:spLocks noChangeAspect="1"/>
            </p:cNvSpPr>
            <p:nvPr/>
          </p:nvSpPr>
          <p:spPr>
            <a:xfrm>
              <a:off x="10421452" y="2670146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1" name="TextBox 330"/>
            <p:cNvSpPr txBox="1"/>
            <p:nvPr/>
          </p:nvSpPr>
          <p:spPr>
            <a:xfrm>
              <a:off x="10367223" y="2670142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90h9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32" name="직사각형 331"/>
            <p:cNvSpPr>
              <a:spLocks noChangeAspect="1"/>
            </p:cNvSpPr>
            <p:nvPr/>
          </p:nvSpPr>
          <p:spPr>
            <a:xfrm>
              <a:off x="10421452" y="3534029"/>
              <a:ext cx="864000" cy="863891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2" name="직사각형 351"/>
            <p:cNvSpPr/>
            <p:nvPr/>
          </p:nvSpPr>
          <p:spPr>
            <a:xfrm>
              <a:off x="5381455" y="2144805"/>
              <a:ext cx="576000" cy="43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3" name="직사각형 352"/>
            <p:cNvSpPr/>
            <p:nvPr/>
          </p:nvSpPr>
          <p:spPr>
            <a:xfrm>
              <a:off x="6245452" y="2139326"/>
              <a:ext cx="576000" cy="43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4" name="직사각형 353"/>
            <p:cNvSpPr/>
            <p:nvPr/>
          </p:nvSpPr>
          <p:spPr>
            <a:xfrm>
              <a:off x="9701452" y="3008684"/>
              <a:ext cx="576000" cy="432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5" name="직사각형 354"/>
            <p:cNvSpPr/>
            <p:nvPr/>
          </p:nvSpPr>
          <p:spPr>
            <a:xfrm>
              <a:off x="10565449" y="3008684"/>
              <a:ext cx="576000" cy="432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56" name="직사각형 355"/>
            <p:cNvSpPr/>
            <p:nvPr/>
          </p:nvSpPr>
          <p:spPr>
            <a:xfrm>
              <a:off x="6155685" y="3872583"/>
              <a:ext cx="720000" cy="43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12s1</a:t>
              </a:r>
              <a:endParaRPr lang="ko-KR" altLang="en-US" sz="1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0" name="TextBox 359"/>
            <p:cNvSpPr txBox="1"/>
            <p:nvPr/>
          </p:nvSpPr>
          <p:spPr>
            <a:xfrm>
              <a:off x="7775225" y="942360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29e5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2" name="TextBox 361"/>
            <p:cNvSpPr txBox="1"/>
            <p:nvPr/>
          </p:nvSpPr>
          <p:spPr>
            <a:xfrm>
              <a:off x="8639224" y="942360"/>
              <a:ext cx="9724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29e6</a:t>
              </a:r>
              <a:endPara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3" name="직사각형 362"/>
            <p:cNvSpPr/>
            <p:nvPr/>
          </p:nvSpPr>
          <p:spPr>
            <a:xfrm>
              <a:off x="7973453" y="1280910"/>
              <a:ext cx="576000" cy="4320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64" name="직사각형 363"/>
            <p:cNvSpPr/>
            <p:nvPr/>
          </p:nvSpPr>
          <p:spPr>
            <a:xfrm>
              <a:off x="8837452" y="1280910"/>
              <a:ext cx="576000" cy="4320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</a:rPr>
                <a:t>10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꺾인 연결선 29"/>
            <p:cNvCxnSpPr>
              <a:stCxn id="302" idx="1"/>
              <a:endCxn id="267" idx="1"/>
            </p:cNvCxnSpPr>
            <p:nvPr/>
          </p:nvCxnSpPr>
          <p:spPr>
            <a:xfrm rot="10800000">
              <a:off x="5183228" y="1975537"/>
              <a:ext cx="918228" cy="1990443"/>
            </a:xfrm>
            <a:prstGeom prst="bentConnector3">
              <a:avLst>
                <a:gd name="adj1" fmla="val 142876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직사각형 364"/>
            <p:cNvSpPr/>
            <p:nvPr/>
          </p:nvSpPr>
          <p:spPr>
            <a:xfrm>
              <a:off x="7033934" y="3872583"/>
              <a:ext cx="720000" cy="43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29e5</a:t>
              </a:r>
              <a:endParaRPr lang="ko-KR" altLang="en-US" sz="1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66" name="직사각형 365"/>
            <p:cNvSpPr/>
            <p:nvPr/>
          </p:nvSpPr>
          <p:spPr>
            <a:xfrm>
              <a:off x="7897931" y="3872583"/>
              <a:ext cx="720000" cy="43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90h8</a:t>
              </a:r>
              <a:endParaRPr lang="ko-KR" altLang="en-US" sz="16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367" name="꺾인 연결선 366"/>
            <p:cNvCxnSpPr>
              <a:stCxn id="305" idx="0"/>
              <a:endCxn id="360" idx="1"/>
            </p:cNvCxnSpPr>
            <p:nvPr/>
          </p:nvCxnSpPr>
          <p:spPr>
            <a:xfrm rot="5400000" flipH="1" flipV="1">
              <a:off x="6375144" y="2133949"/>
              <a:ext cx="2422392" cy="377769"/>
            </a:xfrm>
            <a:prstGeom prst="bentConnector2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꺾인 연결선 367"/>
            <p:cNvCxnSpPr>
              <a:stCxn id="318" idx="1"/>
              <a:endCxn id="296" idx="1"/>
            </p:cNvCxnSpPr>
            <p:nvPr/>
          </p:nvCxnSpPr>
          <p:spPr>
            <a:xfrm rot="10800000" flipH="1">
              <a:off x="8693455" y="2839419"/>
              <a:ext cx="809770" cy="1126556"/>
            </a:xfrm>
            <a:prstGeom prst="bentConnector3">
              <a:avLst>
                <a:gd name="adj1" fmla="val 39209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7989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>
            <a:off x="-1792239" y="516447"/>
            <a:ext cx="17346415" cy="4091166"/>
            <a:chOff x="-1792239" y="516447"/>
            <a:chExt cx="17346415" cy="4091166"/>
          </a:xfrm>
        </p:grpSpPr>
        <p:sp>
          <p:nvSpPr>
            <p:cNvPr id="6" name="TextBox 5"/>
            <p:cNvSpPr txBox="1"/>
            <p:nvPr/>
          </p:nvSpPr>
          <p:spPr>
            <a:xfrm>
              <a:off x="-1792239" y="2028273"/>
              <a:ext cx="15446857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8000" dirty="0" err="1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</a:t>
              </a:r>
              <a:r>
                <a:rPr lang="en-US" altLang="ko-KR" sz="8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nt</a:t>
              </a:r>
              <a:r>
                <a:rPr lang="en-US" altLang="ko-KR" sz="8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[][][] </a:t>
              </a:r>
              <a:r>
                <a:rPr lang="en-US" altLang="ko-KR" sz="8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mns</a:t>
              </a:r>
              <a:r>
                <a:rPr lang="en-US" altLang="ko-KR" sz="8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= new </a:t>
              </a:r>
              <a:r>
                <a:rPr lang="en-US" altLang="ko-KR" sz="8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8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[3][2][2];</a:t>
              </a:r>
              <a:endParaRPr lang="ko-KR" altLang="en-US" sz="8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0" name="아래쪽 화살표 9"/>
            <p:cNvSpPr/>
            <p:nvPr/>
          </p:nvSpPr>
          <p:spPr>
            <a:xfrm rot="10800000">
              <a:off x="9316197" y="3171142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852863" y="772372"/>
              <a:ext cx="41985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</a:t>
              </a:r>
              <a:r>
                <a:rPr lang="ko-KR" altLang="en-US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배열의 길이</a:t>
              </a:r>
              <a:r>
                <a:rPr lang="en-US" altLang="ko-KR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: </a:t>
              </a:r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9" name="아래쪽 화살표 18"/>
            <p:cNvSpPr/>
            <p:nvPr/>
          </p:nvSpPr>
          <p:spPr>
            <a:xfrm>
              <a:off x="10736154" y="1418703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-376688" y="516447"/>
              <a:ext cx="226215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배열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5" name="아래쪽 화살표 34"/>
            <p:cNvSpPr/>
            <p:nvPr/>
          </p:nvSpPr>
          <p:spPr>
            <a:xfrm>
              <a:off x="538386" y="1162778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164545" y="3894041"/>
              <a:ext cx="41985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배열의 길이</a:t>
              </a:r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: 3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오른쪽 대괄호 3"/>
            <p:cNvSpPr/>
            <p:nvPr/>
          </p:nvSpPr>
          <p:spPr>
            <a:xfrm rot="16200000">
              <a:off x="661469" y="909374"/>
              <a:ext cx="216000" cy="2232000"/>
            </a:xfrm>
            <a:prstGeom prst="rightBracket">
              <a:avLst>
                <a:gd name="adj" fmla="val 7860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아래쪽 화살표 16"/>
            <p:cNvSpPr/>
            <p:nvPr/>
          </p:nvSpPr>
          <p:spPr>
            <a:xfrm rot="10800000">
              <a:off x="12160114" y="3171142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1355591" y="3961282"/>
              <a:ext cx="41985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36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차원 배열의 길이</a:t>
              </a:r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: 2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92118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592</TotalTime>
  <Words>177</Words>
  <Application>Microsoft Office PowerPoint</Application>
  <PresentationFormat>와이드스크린</PresentationFormat>
  <Paragraphs>97</Paragraphs>
  <Slides>5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0" baseType="lpstr">
      <vt:lpstr>나눔스퀘어 Bold</vt:lpstr>
      <vt:lpstr>맑은 고딕</vt:lpstr>
      <vt:lpstr>Arial</vt:lpstr>
      <vt:lpstr>Office 테마</vt:lpstr>
      <vt:lpstr>워크시트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user</cp:lastModifiedBy>
  <cp:revision>66</cp:revision>
  <dcterms:created xsi:type="dcterms:W3CDTF">2026-08-04T06:26:42Z</dcterms:created>
  <dcterms:modified xsi:type="dcterms:W3CDTF">2026-08-10T13:40:54Z</dcterms:modified>
</cp:coreProperties>
</file>