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60" r:id="rId3"/>
    <p:sldId id="259" r:id="rId4"/>
    <p:sldId id="257" r:id="rId5"/>
    <p:sldId id="258" r:id="rId6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404040"/>
    <a:srgbClr val="E7E6E6"/>
    <a:srgbClr val="D0CECE"/>
    <a:srgbClr val="7F7F7F"/>
    <a:srgbClr val="FFFFFF"/>
    <a:srgbClr val="FFD966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5447" autoAdjust="0"/>
    <p:restoredTop sz="94660"/>
  </p:normalViewPr>
  <p:slideViewPr>
    <p:cSldViewPr snapToGrid="0">
      <p:cViewPr>
        <p:scale>
          <a:sx n="50" d="100"/>
          <a:sy n="50" d="100"/>
        </p:scale>
        <p:origin x="462" y="150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5" Type="http://schemas.openxmlformats.org/officeDocument/2006/relationships/slide" Target="slides/slide4.xml"/><Relationship Id="rId10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부제목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 smtClean="0"/>
              <a:t>클릭하여 마스터 부제목 스타일 편집</a:t>
            </a:r>
            <a:endParaRPr lang="ko-KR" altLang="en-US"/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237CE1A-8831-48B5-BA93-72483C6E34E8}" type="datetimeFigureOut">
              <a:rPr lang="ko-KR" altLang="en-US" smtClean="0"/>
              <a:t>2026-08-12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D08C8D0-09E8-4B71-9AE7-72022190845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96735870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237CE1A-8831-48B5-BA93-72483C6E34E8}" type="datetimeFigureOut">
              <a:rPr lang="ko-KR" altLang="en-US" smtClean="0"/>
              <a:t>2026-08-12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D08C8D0-09E8-4B71-9AE7-72022190845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86496706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 smtClean="0"/>
              <a:t>마스터 텍스트 스타일 편집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237CE1A-8831-48B5-BA93-72483C6E34E8}" type="datetimeFigureOut">
              <a:rPr lang="ko-KR" altLang="en-US" smtClean="0"/>
              <a:t>2026-08-12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D08C8D0-09E8-4B71-9AE7-72022190845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69961713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내용 개체 틀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4" name="내용 개체 틀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237CE1A-8831-48B5-BA93-72483C6E34E8}" type="datetimeFigureOut">
              <a:rPr lang="ko-KR" altLang="en-US" smtClean="0"/>
              <a:t>2026-08-12</a:t>
            </a:fld>
            <a:endParaRPr lang="ko-KR" alt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D08C8D0-09E8-4B71-9AE7-72022190845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30601563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 smtClean="0"/>
              <a:t>마스터 텍스트 스타일 편집</a:t>
            </a:r>
          </a:p>
        </p:txBody>
      </p:sp>
      <p:sp>
        <p:nvSpPr>
          <p:cNvPr id="4" name="내용 개체 틀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5" name="텍스트 개체 틀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 smtClean="0"/>
              <a:t>마스터 텍스트 스타일 편집</a:t>
            </a:r>
          </a:p>
        </p:txBody>
      </p:sp>
      <p:sp>
        <p:nvSpPr>
          <p:cNvPr id="6" name="내용 개체 틀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7" name="날짜 개체 틀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237CE1A-8831-48B5-BA93-72483C6E34E8}" type="datetimeFigureOut">
              <a:rPr lang="ko-KR" altLang="en-US" smtClean="0"/>
              <a:t>2026-08-12</a:t>
            </a:fld>
            <a:endParaRPr lang="ko-KR" altLang="en-US"/>
          </a:p>
        </p:txBody>
      </p:sp>
      <p:sp>
        <p:nvSpPr>
          <p:cNvPr id="8" name="바닥글 개체 틀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D08C8D0-09E8-4B71-9AE7-72022190845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7030433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237CE1A-8831-48B5-BA93-72483C6E34E8}" type="datetimeFigureOut">
              <a:rPr lang="ko-KR" altLang="en-US" smtClean="0"/>
              <a:t>2026-08-12</a:t>
            </a:fld>
            <a:endParaRPr lang="ko-KR" altLang="en-US"/>
          </a:p>
        </p:txBody>
      </p:sp>
      <p:sp>
        <p:nvSpPr>
          <p:cNvPr id="4" name="바닥글 개체 틀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D08C8D0-09E8-4B71-9AE7-72022190845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97749756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237CE1A-8831-48B5-BA93-72483C6E34E8}" type="datetimeFigureOut">
              <a:rPr lang="ko-KR" altLang="en-US" smtClean="0"/>
              <a:t>2026-08-12</a:t>
            </a:fld>
            <a:endParaRPr lang="ko-KR" altLang="en-US"/>
          </a:p>
        </p:txBody>
      </p:sp>
      <p:sp>
        <p:nvSpPr>
          <p:cNvPr id="3" name="바닥글 개체 틀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D08C8D0-09E8-4B71-9AE7-72022190845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25769258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4" name="텍스트 개체 틀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 smtClean="0"/>
              <a:t>마스터 텍스트 스타일 편집</a:t>
            </a:r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237CE1A-8831-48B5-BA93-72483C6E34E8}" type="datetimeFigureOut">
              <a:rPr lang="ko-KR" altLang="en-US" smtClean="0"/>
              <a:t>2026-08-12</a:t>
            </a:fld>
            <a:endParaRPr lang="ko-KR" alt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D08C8D0-09E8-4B71-9AE7-72022190845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79566658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그림 개체 틀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 smtClean="0"/>
              <a:t>마스터 텍스트 스타일 편집</a:t>
            </a:r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237CE1A-8831-48B5-BA93-72483C6E34E8}" type="datetimeFigureOut">
              <a:rPr lang="ko-KR" altLang="en-US" smtClean="0"/>
              <a:t>2026-08-12</a:t>
            </a:fld>
            <a:endParaRPr lang="ko-KR" alt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D08C8D0-09E8-4B71-9AE7-72022190845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52042643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세로 텍스트 개체 틀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237CE1A-8831-48B5-BA93-72483C6E34E8}" type="datetimeFigureOut">
              <a:rPr lang="ko-KR" altLang="en-US" smtClean="0"/>
              <a:t>2026-08-12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D08C8D0-09E8-4B71-9AE7-72022190845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60925551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세로 텍스트 개체 틀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237CE1A-8831-48B5-BA93-72483C6E34E8}" type="datetimeFigureOut">
              <a:rPr lang="ko-KR" altLang="en-US" smtClean="0"/>
              <a:t>2026-08-12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D08C8D0-09E8-4B71-9AE7-72022190845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64793613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237CE1A-8831-48B5-BA93-72483C6E34E8}" type="datetimeFigureOut">
              <a:rPr lang="ko-KR" altLang="en-US" smtClean="0"/>
              <a:t>2026-08-12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D08C8D0-09E8-4B71-9AE7-72022190845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24220062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3" name="그룹 72"/>
          <p:cNvGrpSpPr/>
          <p:nvPr/>
        </p:nvGrpSpPr>
        <p:grpSpPr>
          <a:xfrm>
            <a:off x="649767" y="767507"/>
            <a:ext cx="14514212" cy="5304499"/>
            <a:chOff x="649767" y="767507"/>
            <a:chExt cx="14514212" cy="5304499"/>
          </a:xfrm>
        </p:grpSpPr>
        <p:sp>
          <p:nvSpPr>
            <p:cNvPr id="69" name="모서리가 둥근 직사각형 68"/>
            <p:cNvSpPr/>
            <p:nvPr/>
          </p:nvSpPr>
          <p:spPr>
            <a:xfrm>
              <a:off x="5210623" y="3192006"/>
              <a:ext cx="6480000" cy="2880000"/>
            </a:xfrm>
            <a:prstGeom prst="roundRect">
              <a:avLst>
                <a:gd name="adj" fmla="val 5620"/>
              </a:avLst>
            </a:prstGeom>
            <a:solidFill>
              <a:schemeClr val="bg2"/>
            </a:solid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>
                <a:lnSpc>
                  <a:spcPct val="150000"/>
                </a:lnSpc>
              </a:pPr>
              <a:r>
                <a:rPr lang="en-US" altLang="ko-KR" sz="2000" dirty="0" smtClean="0">
                  <a:solidFill>
                    <a:schemeClr val="tx1"/>
                  </a:solidFill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public </a:t>
              </a:r>
              <a:r>
                <a:rPr lang="en-US" altLang="ko-KR" sz="2000" dirty="0" err="1">
                  <a:solidFill>
                    <a:schemeClr val="tx1"/>
                  </a:solidFill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C</a:t>
              </a:r>
              <a:r>
                <a:rPr lang="en-US" altLang="ko-KR" sz="2000" dirty="0" err="1" smtClean="0">
                  <a:solidFill>
                    <a:schemeClr val="tx1"/>
                  </a:solidFill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oolingSystem</a:t>
              </a:r>
              <a:r>
                <a:rPr lang="en-US" altLang="ko-KR" sz="2000" dirty="0" smtClean="0">
                  <a:solidFill>
                    <a:schemeClr val="tx1"/>
                  </a:solidFill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(String color) {</a:t>
              </a:r>
            </a:p>
            <a:p>
              <a:pPr>
                <a:lnSpc>
                  <a:spcPct val="150000"/>
                </a:lnSpc>
              </a:pPr>
              <a:r>
                <a:rPr lang="en-US" altLang="ko-KR" sz="2000" dirty="0">
                  <a:solidFill>
                    <a:schemeClr val="tx1"/>
                  </a:solidFill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 </a:t>
              </a:r>
              <a:r>
                <a:rPr lang="en-US" altLang="ko-KR" sz="2000" dirty="0" smtClean="0">
                  <a:solidFill>
                    <a:schemeClr val="tx1"/>
                  </a:solidFill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       power = false;</a:t>
              </a:r>
            </a:p>
            <a:p>
              <a:pPr>
                <a:lnSpc>
                  <a:spcPct val="150000"/>
                </a:lnSpc>
              </a:pPr>
              <a:r>
                <a:rPr lang="en-US" altLang="ko-KR" sz="2000" dirty="0" smtClean="0">
                  <a:solidFill>
                    <a:schemeClr val="tx1"/>
                  </a:solidFill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        </a:t>
              </a:r>
              <a:r>
                <a:rPr lang="en-US" altLang="ko-KR" sz="2000" dirty="0" err="1" smtClean="0">
                  <a:solidFill>
                    <a:schemeClr val="tx1"/>
                  </a:solidFill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targetTemperature</a:t>
              </a:r>
              <a:r>
                <a:rPr lang="en-US" altLang="ko-KR" sz="2000" dirty="0" smtClean="0">
                  <a:solidFill>
                    <a:schemeClr val="tx1"/>
                  </a:solidFill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 = 18;</a:t>
              </a:r>
            </a:p>
            <a:p>
              <a:pPr>
                <a:lnSpc>
                  <a:spcPct val="150000"/>
                </a:lnSpc>
              </a:pPr>
              <a:r>
                <a:rPr lang="en-US" altLang="ko-KR" sz="2000" dirty="0" smtClean="0">
                  <a:solidFill>
                    <a:schemeClr val="tx1"/>
                  </a:solidFill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        </a:t>
              </a:r>
              <a:r>
                <a:rPr lang="en-US" altLang="ko-KR" sz="2000" dirty="0" err="1" smtClean="0">
                  <a:solidFill>
                    <a:schemeClr val="tx1"/>
                  </a:solidFill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dateOfManufacture</a:t>
              </a:r>
              <a:r>
                <a:rPr lang="en-US" altLang="ko-KR" sz="2000" dirty="0" smtClean="0">
                  <a:solidFill>
                    <a:schemeClr val="tx1"/>
                  </a:solidFill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 = </a:t>
              </a:r>
              <a:r>
                <a:rPr lang="en-US" altLang="ko-KR" sz="2000" dirty="0" err="1" smtClean="0">
                  <a:solidFill>
                    <a:schemeClr val="tx1"/>
                  </a:solidFill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getSystemDateTime</a:t>
              </a:r>
              <a:r>
                <a:rPr lang="en-US" altLang="ko-KR" sz="2000" dirty="0" smtClean="0">
                  <a:solidFill>
                    <a:schemeClr val="tx1"/>
                  </a:solidFill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();</a:t>
              </a:r>
            </a:p>
            <a:p>
              <a:pPr>
                <a:lnSpc>
                  <a:spcPct val="150000"/>
                </a:lnSpc>
              </a:pPr>
              <a:r>
                <a:rPr lang="en-US" altLang="ko-KR" sz="2000" dirty="0">
                  <a:solidFill>
                    <a:schemeClr val="tx1"/>
                  </a:solidFill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 </a:t>
              </a:r>
              <a:r>
                <a:rPr lang="en-US" altLang="ko-KR" sz="2000" dirty="0" smtClean="0">
                  <a:solidFill>
                    <a:schemeClr val="tx1"/>
                  </a:solidFill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       </a:t>
              </a:r>
              <a:r>
                <a:rPr lang="en-US" altLang="ko-KR" sz="2000" dirty="0" err="1" smtClean="0">
                  <a:solidFill>
                    <a:schemeClr val="tx1"/>
                  </a:solidFill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this.color</a:t>
              </a:r>
              <a:r>
                <a:rPr lang="en-US" altLang="ko-KR" sz="2000" dirty="0" smtClean="0">
                  <a:solidFill>
                    <a:schemeClr val="tx1"/>
                  </a:solidFill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 = color;</a:t>
              </a:r>
            </a:p>
            <a:p>
              <a:pPr>
                <a:lnSpc>
                  <a:spcPct val="150000"/>
                </a:lnSpc>
              </a:pPr>
              <a:r>
                <a:rPr lang="en-US" altLang="ko-KR" sz="2000" dirty="0" smtClean="0">
                  <a:solidFill>
                    <a:schemeClr val="tx1"/>
                  </a:solidFill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}</a:t>
              </a:r>
              <a:endParaRPr lang="ko-KR" altLang="en-US" sz="2000" dirty="0">
                <a:solidFill>
                  <a:schemeClr val="tx1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endParaRPr>
            </a:p>
          </p:txBody>
        </p:sp>
        <p:sp>
          <p:nvSpPr>
            <p:cNvPr id="2" name="모서리가 둥근 직사각형 1"/>
            <p:cNvSpPr/>
            <p:nvPr/>
          </p:nvSpPr>
          <p:spPr>
            <a:xfrm>
              <a:off x="5210623" y="767507"/>
              <a:ext cx="6480000" cy="2160000"/>
            </a:xfrm>
            <a:prstGeom prst="roundRect">
              <a:avLst>
                <a:gd name="adj" fmla="val 5620"/>
              </a:avLst>
            </a:prstGeom>
            <a:solidFill>
              <a:schemeClr val="bg2"/>
            </a:solid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>
                <a:lnSpc>
                  <a:spcPct val="150000"/>
                </a:lnSpc>
              </a:pPr>
              <a:r>
                <a:rPr lang="en-US" altLang="ko-KR" sz="2000" dirty="0" smtClean="0">
                  <a:solidFill>
                    <a:schemeClr val="tx1"/>
                  </a:solidFill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  private </a:t>
              </a:r>
              <a:r>
                <a:rPr lang="en-US" altLang="ko-KR" sz="2000" dirty="0" err="1" smtClean="0">
                  <a:solidFill>
                    <a:schemeClr val="tx1"/>
                  </a:solidFill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boolean</a:t>
              </a:r>
              <a:r>
                <a:rPr lang="en-US" altLang="ko-KR" sz="2000" dirty="0" smtClean="0">
                  <a:solidFill>
                    <a:schemeClr val="tx1"/>
                  </a:solidFill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 power;		    // </a:t>
              </a:r>
              <a:r>
                <a:rPr lang="ko-KR" altLang="en-US" sz="2000" dirty="0" smtClean="0">
                  <a:solidFill>
                    <a:schemeClr val="tx1"/>
                  </a:solidFill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전원</a:t>
              </a:r>
              <a:endParaRPr lang="en-US" altLang="ko-KR" sz="2000" dirty="0" smtClean="0">
                <a:solidFill>
                  <a:schemeClr val="tx1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endParaRPr>
            </a:p>
            <a:p>
              <a:pPr>
                <a:lnSpc>
                  <a:spcPct val="150000"/>
                </a:lnSpc>
              </a:pPr>
              <a:r>
                <a:rPr lang="en-US" altLang="ko-KR" sz="2000" dirty="0" smtClean="0">
                  <a:solidFill>
                    <a:schemeClr val="tx1"/>
                  </a:solidFill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  private </a:t>
              </a:r>
              <a:r>
                <a:rPr lang="en-US" altLang="ko-KR" sz="2000" dirty="0" err="1" smtClean="0">
                  <a:solidFill>
                    <a:schemeClr val="tx1"/>
                  </a:solidFill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int</a:t>
              </a:r>
              <a:r>
                <a:rPr lang="en-US" altLang="ko-KR" sz="2000" dirty="0" smtClean="0">
                  <a:solidFill>
                    <a:schemeClr val="tx1"/>
                  </a:solidFill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 </a:t>
              </a:r>
              <a:r>
                <a:rPr lang="en-US" altLang="ko-KR" sz="2000" dirty="0" err="1" smtClean="0">
                  <a:solidFill>
                    <a:schemeClr val="tx1"/>
                  </a:solidFill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targetTemperature</a:t>
              </a:r>
              <a:r>
                <a:rPr lang="en-US" altLang="ko-KR" sz="2000" dirty="0" smtClean="0">
                  <a:solidFill>
                    <a:schemeClr val="tx1"/>
                  </a:solidFill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;	    // </a:t>
              </a:r>
              <a:r>
                <a:rPr lang="ko-KR" altLang="en-US" sz="2000" dirty="0" smtClean="0">
                  <a:solidFill>
                    <a:schemeClr val="tx1"/>
                  </a:solidFill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희망 온도</a:t>
              </a:r>
              <a:endParaRPr lang="ko-KR" altLang="en-US" sz="2000" dirty="0">
                <a:solidFill>
                  <a:schemeClr val="tx1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endParaRPr>
            </a:p>
            <a:p>
              <a:pPr>
                <a:lnSpc>
                  <a:spcPct val="150000"/>
                </a:lnSpc>
              </a:pPr>
              <a:r>
                <a:rPr lang="en-US" altLang="ko-KR" sz="2000" dirty="0" smtClean="0">
                  <a:solidFill>
                    <a:schemeClr val="tx1"/>
                  </a:solidFill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  private String </a:t>
              </a:r>
              <a:r>
                <a:rPr lang="en-US" altLang="ko-KR" sz="2000" dirty="0" err="1" smtClean="0">
                  <a:solidFill>
                    <a:schemeClr val="tx1"/>
                  </a:solidFill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dateOfManufacture</a:t>
              </a:r>
              <a:r>
                <a:rPr lang="en-US" altLang="ko-KR" sz="2000" dirty="0" smtClean="0">
                  <a:solidFill>
                    <a:schemeClr val="tx1"/>
                  </a:solidFill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;	    // </a:t>
              </a:r>
              <a:r>
                <a:rPr lang="ko-KR" altLang="en-US" sz="2000" dirty="0" smtClean="0">
                  <a:solidFill>
                    <a:schemeClr val="tx1"/>
                  </a:solidFill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제조일</a:t>
              </a:r>
              <a:endParaRPr lang="ko-KR" altLang="en-US" sz="2000" dirty="0">
                <a:solidFill>
                  <a:schemeClr val="tx1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endParaRPr>
            </a:p>
            <a:p>
              <a:pPr>
                <a:lnSpc>
                  <a:spcPct val="150000"/>
                </a:lnSpc>
              </a:pPr>
              <a:r>
                <a:rPr lang="en-US" altLang="ko-KR" sz="2000" dirty="0" smtClean="0">
                  <a:solidFill>
                    <a:schemeClr val="tx1"/>
                  </a:solidFill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  private String color;			    // </a:t>
              </a:r>
              <a:r>
                <a:rPr lang="ko-KR" altLang="en-US" sz="2000" dirty="0" smtClean="0">
                  <a:solidFill>
                    <a:schemeClr val="tx1"/>
                  </a:solidFill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색상</a:t>
              </a:r>
              <a:endParaRPr lang="ko-KR" altLang="en-US" sz="2000" dirty="0">
                <a:solidFill>
                  <a:schemeClr val="tx1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endParaRPr>
            </a:p>
          </p:txBody>
        </p:sp>
        <p:sp>
          <p:nvSpPr>
            <p:cNvPr id="4" name="타원 3"/>
            <p:cNvSpPr/>
            <p:nvPr/>
          </p:nvSpPr>
          <p:spPr>
            <a:xfrm>
              <a:off x="649767" y="4130106"/>
              <a:ext cx="1080000" cy="1080000"/>
            </a:xfrm>
            <a:prstGeom prst="ellipse">
              <a:avLst/>
            </a:prstGeom>
            <a:solidFill>
              <a:schemeClr val="accent2"/>
            </a:solid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cxnSp>
          <p:nvCxnSpPr>
            <p:cNvPr id="6" name="직선 화살표 연결선 5"/>
            <p:cNvCxnSpPr/>
            <p:nvPr/>
          </p:nvCxnSpPr>
          <p:spPr>
            <a:xfrm>
              <a:off x="1729767" y="4670106"/>
              <a:ext cx="3420000" cy="0"/>
            </a:xfrm>
            <a:prstGeom prst="straightConnector1">
              <a:avLst/>
            </a:prstGeom>
            <a:ln w="5715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7" name="TextBox 6"/>
            <p:cNvSpPr txBox="1"/>
            <p:nvPr/>
          </p:nvSpPr>
          <p:spPr>
            <a:xfrm>
              <a:off x="2532070" y="4262674"/>
              <a:ext cx="1560042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ko-KR" altLang="en-US" smtClean="0"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외부 접근 가능</a:t>
              </a:r>
              <a:endParaRPr lang="ko-KR" altLang="en-US" dirty="0">
                <a:latin typeface="나눔스퀘어 Bold" panose="020B0600000101010101" pitchFamily="50" charset="-127"/>
                <a:ea typeface="나눔스퀘어 Bold" panose="020B0600000101010101" pitchFamily="50" charset="-127"/>
              </a:endParaRPr>
            </a:p>
          </p:txBody>
        </p:sp>
        <p:sp>
          <p:nvSpPr>
            <p:cNvPr id="47" name="타원 46"/>
            <p:cNvSpPr/>
            <p:nvPr/>
          </p:nvSpPr>
          <p:spPr>
            <a:xfrm>
              <a:off x="649767" y="1322793"/>
              <a:ext cx="1080000" cy="1080000"/>
            </a:xfrm>
            <a:prstGeom prst="ellipse">
              <a:avLst/>
            </a:prstGeom>
            <a:solidFill>
              <a:schemeClr val="accent2"/>
            </a:solid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cxnSp>
          <p:nvCxnSpPr>
            <p:cNvPr id="48" name="직선 화살표 연결선 47"/>
            <p:cNvCxnSpPr/>
            <p:nvPr/>
          </p:nvCxnSpPr>
          <p:spPr>
            <a:xfrm>
              <a:off x="1729767" y="1862793"/>
              <a:ext cx="3420000" cy="0"/>
            </a:xfrm>
            <a:prstGeom prst="straightConnector1">
              <a:avLst/>
            </a:prstGeom>
            <a:ln w="5715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49" name="TextBox 48"/>
            <p:cNvSpPr txBox="1"/>
            <p:nvPr/>
          </p:nvSpPr>
          <p:spPr>
            <a:xfrm>
              <a:off x="2427073" y="1459559"/>
              <a:ext cx="177003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ko-KR" altLang="en-US" dirty="0" smtClean="0"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외부 접근 불가능</a:t>
              </a:r>
              <a:endParaRPr lang="ko-KR" altLang="en-US" dirty="0">
                <a:latin typeface="나눔스퀘어 Bold" panose="020B0600000101010101" pitchFamily="50" charset="-127"/>
                <a:ea typeface="나눔스퀘어 Bold" panose="020B0600000101010101" pitchFamily="50" charset="-127"/>
              </a:endParaRPr>
            </a:p>
          </p:txBody>
        </p:sp>
        <p:sp>
          <p:nvSpPr>
            <p:cNvPr id="70" name="오른쪽 중괄호 69"/>
            <p:cNvSpPr/>
            <p:nvPr/>
          </p:nvSpPr>
          <p:spPr>
            <a:xfrm>
              <a:off x="11796000" y="3897156"/>
              <a:ext cx="396000" cy="1584000"/>
            </a:xfrm>
            <a:prstGeom prst="rightBrac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72" name="TextBox 71"/>
            <p:cNvSpPr txBox="1"/>
            <p:nvPr/>
          </p:nvSpPr>
          <p:spPr>
            <a:xfrm>
              <a:off x="12496261" y="4504490"/>
              <a:ext cx="266771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ko-KR" altLang="en-US" dirty="0" err="1" smtClean="0"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생성자를</a:t>
              </a:r>
              <a:r>
                <a:rPr lang="ko-KR" altLang="en-US" dirty="0" smtClean="0"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 통한 속성 초기화</a:t>
              </a:r>
              <a:endParaRPr lang="ko-KR" altLang="en-US" dirty="0">
                <a:latin typeface="나눔스퀘어 Bold" panose="020B0600000101010101" pitchFamily="50" charset="-127"/>
                <a:ea typeface="나눔스퀘어 Bold" panose="020B0600000101010101" pitchFamily="50" charset="-127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04007025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6" name="그룹 45"/>
          <p:cNvGrpSpPr/>
          <p:nvPr/>
        </p:nvGrpSpPr>
        <p:grpSpPr>
          <a:xfrm>
            <a:off x="4373457" y="942360"/>
            <a:ext cx="6966223" cy="3455564"/>
            <a:chOff x="4373457" y="942360"/>
            <a:chExt cx="6966223" cy="3455564"/>
          </a:xfrm>
        </p:grpSpPr>
        <p:sp>
          <p:nvSpPr>
            <p:cNvPr id="254" name="직사각형 253"/>
            <p:cNvSpPr>
              <a:spLocks noChangeAspect="1"/>
            </p:cNvSpPr>
            <p:nvPr/>
          </p:nvSpPr>
          <p:spPr>
            <a:xfrm>
              <a:off x="4373457" y="942372"/>
              <a:ext cx="864000" cy="863891"/>
            </a:xfrm>
            <a:prstGeom prst="rect">
              <a:avLst/>
            </a:prstGeom>
            <a:noFill/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56" name="직사각형 255"/>
            <p:cNvSpPr>
              <a:spLocks noChangeAspect="1"/>
            </p:cNvSpPr>
            <p:nvPr/>
          </p:nvSpPr>
          <p:spPr>
            <a:xfrm>
              <a:off x="5237457" y="942372"/>
              <a:ext cx="864000" cy="863891"/>
            </a:xfrm>
            <a:prstGeom prst="rect">
              <a:avLst/>
            </a:prstGeom>
            <a:noFill/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58" name="직사각형 257"/>
            <p:cNvSpPr>
              <a:spLocks noChangeAspect="1"/>
            </p:cNvSpPr>
            <p:nvPr/>
          </p:nvSpPr>
          <p:spPr>
            <a:xfrm>
              <a:off x="6101456" y="942372"/>
              <a:ext cx="864000" cy="863891"/>
            </a:xfrm>
            <a:prstGeom prst="rect">
              <a:avLst/>
            </a:prstGeom>
            <a:noFill/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60" name="직사각형 259"/>
            <p:cNvSpPr>
              <a:spLocks noChangeAspect="1"/>
            </p:cNvSpPr>
            <p:nvPr/>
          </p:nvSpPr>
          <p:spPr>
            <a:xfrm>
              <a:off x="6965456" y="942372"/>
              <a:ext cx="864000" cy="863891"/>
            </a:xfrm>
            <a:prstGeom prst="rect">
              <a:avLst/>
            </a:prstGeom>
            <a:noFill/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62" name="직사각형 261"/>
            <p:cNvSpPr>
              <a:spLocks noChangeAspect="1"/>
            </p:cNvSpPr>
            <p:nvPr/>
          </p:nvSpPr>
          <p:spPr>
            <a:xfrm>
              <a:off x="7829455" y="942372"/>
              <a:ext cx="864000" cy="863891"/>
            </a:xfrm>
            <a:prstGeom prst="rect">
              <a:avLst/>
            </a:prstGeom>
            <a:noFill/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64" name="직사각형 263"/>
            <p:cNvSpPr>
              <a:spLocks noChangeAspect="1"/>
            </p:cNvSpPr>
            <p:nvPr/>
          </p:nvSpPr>
          <p:spPr>
            <a:xfrm>
              <a:off x="4373457" y="1806263"/>
              <a:ext cx="864000" cy="863891"/>
            </a:xfrm>
            <a:prstGeom prst="rect">
              <a:avLst/>
            </a:prstGeom>
            <a:noFill/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66" name="직사각형 265"/>
            <p:cNvSpPr>
              <a:spLocks noChangeAspect="1"/>
            </p:cNvSpPr>
            <p:nvPr/>
          </p:nvSpPr>
          <p:spPr>
            <a:xfrm>
              <a:off x="5237457" y="1806263"/>
              <a:ext cx="864000" cy="863891"/>
            </a:xfrm>
            <a:prstGeom prst="rect">
              <a:avLst/>
            </a:prstGeom>
            <a:noFill/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67" name="TextBox 266"/>
            <p:cNvSpPr txBox="1"/>
            <p:nvPr/>
          </p:nvSpPr>
          <p:spPr>
            <a:xfrm>
              <a:off x="5183228" y="1806259"/>
              <a:ext cx="972457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1600" dirty="0" smtClean="0"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12s1</a:t>
              </a:r>
              <a:endParaRPr lang="ko-KR" altLang="en-US" sz="1600" dirty="0">
                <a:latin typeface="나눔스퀘어 Bold" panose="020B0600000101010101" pitchFamily="50" charset="-127"/>
                <a:ea typeface="나눔스퀘어 Bold" panose="020B0600000101010101" pitchFamily="50" charset="-127"/>
              </a:endParaRPr>
            </a:p>
          </p:txBody>
        </p:sp>
        <p:sp>
          <p:nvSpPr>
            <p:cNvPr id="268" name="직사각형 267"/>
            <p:cNvSpPr>
              <a:spLocks noChangeAspect="1"/>
            </p:cNvSpPr>
            <p:nvPr/>
          </p:nvSpPr>
          <p:spPr>
            <a:xfrm>
              <a:off x="6101456" y="1806263"/>
              <a:ext cx="864000" cy="863891"/>
            </a:xfrm>
            <a:prstGeom prst="rect">
              <a:avLst/>
            </a:prstGeom>
            <a:noFill/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69" name="TextBox 268"/>
            <p:cNvSpPr txBox="1"/>
            <p:nvPr/>
          </p:nvSpPr>
          <p:spPr>
            <a:xfrm>
              <a:off x="6047227" y="1806259"/>
              <a:ext cx="972457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1600" dirty="0" smtClean="0"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12s2</a:t>
              </a:r>
              <a:endParaRPr lang="ko-KR" altLang="en-US" sz="1600" dirty="0">
                <a:latin typeface="나눔스퀘어 Bold" panose="020B0600000101010101" pitchFamily="50" charset="-127"/>
                <a:ea typeface="나눔스퀘어 Bold" panose="020B0600000101010101" pitchFamily="50" charset="-127"/>
              </a:endParaRPr>
            </a:p>
          </p:txBody>
        </p:sp>
        <p:sp>
          <p:nvSpPr>
            <p:cNvPr id="270" name="직사각형 269"/>
            <p:cNvSpPr>
              <a:spLocks noChangeAspect="1"/>
            </p:cNvSpPr>
            <p:nvPr/>
          </p:nvSpPr>
          <p:spPr>
            <a:xfrm>
              <a:off x="6965456" y="1806263"/>
              <a:ext cx="864000" cy="863891"/>
            </a:xfrm>
            <a:prstGeom prst="rect">
              <a:avLst/>
            </a:prstGeom>
            <a:noFill/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72" name="직사각형 271"/>
            <p:cNvSpPr>
              <a:spLocks noChangeAspect="1"/>
            </p:cNvSpPr>
            <p:nvPr/>
          </p:nvSpPr>
          <p:spPr>
            <a:xfrm>
              <a:off x="7829455" y="1806263"/>
              <a:ext cx="864000" cy="863891"/>
            </a:xfrm>
            <a:prstGeom prst="rect">
              <a:avLst/>
            </a:prstGeom>
            <a:noFill/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74" name="직사각형 273"/>
            <p:cNvSpPr>
              <a:spLocks noChangeAspect="1"/>
            </p:cNvSpPr>
            <p:nvPr/>
          </p:nvSpPr>
          <p:spPr>
            <a:xfrm>
              <a:off x="4373457" y="2670150"/>
              <a:ext cx="864000" cy="863891"/>
            </a:xfrm>
            <a:prstGeom prst="rect">
              <a:avLst/>
            </a:prstGeom>
            <a:noFill/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76" name="직사각형 275"/>
            <p:cNvSpPr>
              <a:spLocks noChangeAspect="1"/>
            </p:cNvSpPr>
            <p:nvPr/>
          </p:nvSpPr>
          <p:spPr>
            <a:xfrm>
              <a:off x="5237457" y="2670150"/>
              <a:ext cx="864000" cy="863891"/>
            </a:xfrm>
            <a:prstGeom prst="rect">
              <a:avLst/>
            </a:prstGeom>
            <a:noFill/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78" name="직사각형 277"/>
            <p:cNvSpPr>
              <a:spLocks noChangeAspect="1"/>
            </p:cNvSpPr>
            <p:nvPr/>
          </p:nvSpPr>
          <p:spPr>
            <a:xfrm>
              <a:off x="6101456" y="2670150"/>
              <a:ext cx="864000" cy="863891"/>
            </a:xfrm>
            <a:prstGeom prst="rect">
              <a:avLst/>
            </a:prstGeom>
            <a:noFill/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80" name="직사각형 279"/>
            <p:cNvSpPr>
              <a:spLocks noChangeAspect="1"/>
            </p:cNvSpPr>
            <p:nvPr/>
          </p:nvSpPr>
          <p:spPr>
            <a:xfrm>
              <a:off x="6965456" y="2670150"/>
              <a:ext cx="864000" cy="863891"/>
            </a:xfrm>
            <a:prstGeom prst="rect">
              <a:avLst/>
            </a:prstGeom>
            <a:noFill/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82" name="직사각형 281"/>
            <p:cNvSpPr>
              <a:spLocks noChangeAspect="1"/>
            </p:cNvSpPr>
            <p:nvPr/>
          </p:nvSpPr>
          <p:spPr>
            <a:xfrm>
              <a:off x="7829455" y="2670150"/>
              <a:ext cx="864000" cy="863891"/>
            </a:xfrm>
            <a:prstGeom prst="rect">
              <a:avLst/>
            </a:prstGeom>
            <a:noFill/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85" name="직사각형 284"/>
            <p:cNvSpPr>
              <a:spLocks noChangeAspect="1"/>
            </p:cNvSpPr>
            <p:nvPr/>
          </p:nvSpPr>
          <p:spPr>
            <a:xfrm>
              <a:off x="8693455" y="942368"/>
              <a:ext cx="864000" cy="863891"/>
            </a:xfrm>
            <a:prstGeom prst="rect">
              <a:avLst/>
            </a:prstGeom>
            <a:noFill/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87" name="직사각형 286"/>
            <p:cNvSpPr>
              <a:spLocks noChangeAspect="1"/>
            </p:cNvSpPr>
            <p:nvPr/>
          </p:nvSpPr>
          <p:spPr>
            <a:xfrm>
              <a:off x="9557454" y="942368"/>
              <a:ext cx="864000" cy="863891"/>
            </a:xfrm>
            <a:prstGeom prst="rect">
              <a:avLst/>
            </a:prstGeom>
            <a:noFill/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89" name="직사각형 288"/>
            <p:cNvSpPr>
              <a:spLocks noChangeAspect="1"/>
            </p:cNvSpPr>
            <p:nvPr/>
          </p:nvSpPr>
          <p:spPr>
            <a:xfrm>
              <a:off x="8693455" y="1806259"/>
              <a:ext cx="864000" cy="863891"/>
            </a:xfrm>
            <a:prstGeom prst="rect">
              <a:avLst/>
            </a:prstGeom>
            <a:noFill/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91" name="직사각형 290"/>
            <p:cNvSpPr>
              <a:spLocks noChangeAspect="1"/>
            </p:cNvSpPr>
            <p:nvPr/>
          </p:nvSpPr>
          <p:spPr>
            <a:xfrm>
              <a:off x="9557454" y="1806259"/>
              <a:ext cx="864000" cy="863891"/>
            </a:xfrm>
            <a:prstGeom prst="rect">
              <a:avLst/>
            </a:prstGeom>
            <a:noFill/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93" name="직사각형 292"/>
            <p:cNvSpPr>
              <a:spLocks noChangeAspect="1"/>
            </p:cNvSpPr>
            <p:nvPr/>
          </p:nvSpPr>
          <p:spPr>
            <a:xfrm>
              <a:off x="8693455" y="2670146"/>
              <a:ext cx="864000" cy="863891"/>
            </a:xfrm>
            <a:prstGeom prst="rect">
              <a:avLst/>
            </a:prstGeom>
            <a:noFill/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95" name="직사각형 294"/>
            <p:cNvSpPr>
              <a:spLocks noChangeAspect="1"/>
            </p:cNvSpPr>
            <p:nvPr/>
          </p:nvSpPr>
          <p:spPr>
            <a:xfrm>
              <a:off x="9557454" y="2670146"/>
              <a:ext cx="864000" cy="863891"/>
            </a:xfrm>
            <a:prstGeom prst="rect">
              <a:avLst/>
            </a:prstGeom>
            <a:noFill/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96" name="TextBox 295"/>
            <p:cNvSpPr txBox="1"/>
            <p:nvPr/>
          </p:nvSpPr>
          <p:spPr>
            <a:xfrm>
              <a:off x="9503225" y="2670142"/>
              <a:ext cx="972457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1600" dirty="0" smtClean="0"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90h8</a:t>
              </a:r>
              <a:endParaRPr lang="ko-KR" altLang="en-US" sz="1600" dirty="0">
                <a:latin typeface="나눔스퀘어 Bold" panose="020B0600000101010101" pitchFamily="50" charset="-127"/>
                <a:ea typeface="나눔스퀘어 Bold" panose="020B0600000101010101" pitchFamily="50" charset="-127"/>
              </a:endParaRPr>
            </a:p>
          </p:txBody>
        </p:sp>
        <p:sp>
          <p:nvSpPr>
            <p:cNvPr id="298" name="직사각형 297"/>
            <p:cNvSpPr>
              <a:spLocks noChangeAspect="1"/>
            </p:cNvSpPr>
            <p:nvPr/>
          </p:nvSpPr>
          <p:spPr>
            <a:xfrm>
              <a:off x="4373457" y="3534033"/>
              <a:ext cx="864000" cy="863891"/>
            </a:xfrm>
            <a:prstGeom prst="rect">
              <a:avLst/>
            </a:prstGeom>
            <a:noFill/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300" name="직사각형 299"/>
            <p:cNvSpPr>
              <a:spLocks noChangeAspect="1"/>
            </p:cNvSpPr>
            <p:nvPr/>
          </p:nvSpPr>
          <p:spPr>
            <a:xfrm>
              <a:off x="5237457" y="3534033"/>
              <a:ext cx="864000" cy="863891"/>
            </a:xfrm>
            <a:prstGeom prst="rect">
              <a:avLst/>
            </a:prstGeom>
            <a:noFill/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302" name="직사각형 301"/>
            <p:cNvSpPr>
              <a:spLocks noChangeAspect="1"/>
            </p:cNvSpPr>
            <p:nvPr/>
          </p:nvSpPr>
          <p:spPr>
            <a:xfrm>
              <a:off x="6101456" y="3534033"/>
              <a:ext cx="864000" cy="863891"/>
            </a:xfrm>
            <a:prstGeom prst="rect">
              <a:avLst/>
            </a:prstGeom>
            <a:noFill/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303" name="TextBox 302"/>
            <p:cNvSpPr txBox="1"/>
            <p:nvPr/>
          </p:nvSpPr>
          <p:spPr>
            <a:xfrm>
              <a:off x="6047227" y="3534029"/>
              <a:ext cx="972457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1600" dirty="0" smtClean="0"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55cv2</a:t>
              </a:r>
              <a:endParaRPr lang="ko-KR" altLang="en-US" sz="1600" dirty="0">
                <a:latin typeface="나눔스퀘어 Bold" panose="020B0600000101010101" pitchFamily="50" charset="-127"/>
                <a:ea typeface="나눔스퀘어 Bold" panose="020B0600000101010101" pitchFamily="50" charset="-127"/>
              </a:endParaRPr>
            </a:p>
          </p:txBody>
        </p:sp>
        <p:sp>
          <p:nvSpPr>
            <p:cNvPr id="304" name="직사각형 303"/>
            <p:cNvSpPr>
              <a:spLocks noChangeAspect="1"/>
            </p:cNvSpPr>
            <p:nvPr/>
          </p:nvSpPr>
          <p:spPr>
            <a:xfrm>
              <a:off x="6965456" y="3534033"/>
              <a:ext cx="864000" cy="863891"/>
            </a:xfrm>
            <a:prstGeom prst="rect">
              <a:avLst/>
            </a:prstGeom>
            <a:noFill/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305" name="TextBox 304"/>
            <p:cNvSpPr txBox="1"/>
            <p:nvPr/>
          </p:nvSpPr>
          <p:spPr>
            <a:xfrm>
              <a:off x="6911227" y="3534029"/>
              <a:ext cx="972457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1600" dirty="0" smtClean="0"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55cv3</a:t>
              </a:r>
              <a:endParaRPr lang="ko-KR" altLang="en-US" sz="1600" dirty="0">
                <a:latin typeface="나눔스퀘어 Bold" panose="020B0600000101010101" pitchFamily="50" charset="-127"/>
                <a:ea typeface="나눔스퀘어 Bold" panose="020B0600000101010101" pitchFamily="50" charset="-127"/>
              </a:endParaRPr>
            </a:p>
          </p:txBody>
        </p:sp>
        <p:sp>
          <p:nvSpPr>
            <p:cNvPr id="306" name="직사각형 305"/>
            <p:cNvSpPr>
              <a:spLocks noChangeAspect="1"/>
            </p:cNvSpPr>
            <p:nvPr/>
          </p:nvSpPr>
          <p:spPr>
            <a:xfrm>
              <a:off x="7829455" y="3534033"/>
              <a:ext cx="864000" cy="863891"/>
            </a:xfrm>
            <a:prstGeom prst="rect">
              <a:avLst/>
            </a:prstGeom>
            <a:noFill/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307" name="TextBox 306"/>
            <p:cNvSpPr txBox="1"/>
            <p:nvPr/>
          </p:nvSpPr>
          <p:spPr>
            <a:xfrm>
              <a:off x="7775226" y="3534029"/>
              <a:ext cx="972457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1600" dirty="0" smtClean="0"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55cv4</a:t>
              </a:r>
              <a:endParaRPr lang="ko-KR" altLang="en-US" sz="1600" dirty="0">
                <a:latin typeface="나눔스퀘어 Bold" panose="020B0600000101010101" pitchFamily="50" charset="-127"/>
                <a:ea typeface="나눔스퀘어 Bold" panose="020B0600000101010101" pitchFamily="50" charset="-127"/>
              </a:endParaRPr>
            </a:p>
          </p:txBody>
        </p:sp>
        <p:sp>
          <p:nvSpPr>
            <p:cNvPr id="318" name="직사각형 317"/>
            <p:cNvSpPr>
              <a:spLocks noChangeAspect="1"/>
            </p:cNvSpPr>
            <p:nvPr/>
          </p:nvSpPr>
          <p:spPr>
            <a:xfrm>
              <a:off x="8693455" y="3534029"/>
              <a:ext cx="864000" cy="863891"/>
            </a:xfrm>
            <a:prstGeom prst="rect">
              <a:avLst/>
            </a:prstGeom>
            <a:noFill/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320" name="직사각형 319"/>
            <p:cNvSpPr>
              <a:spLocks noChangeAspect="1"/>
            </p:cNvSpPr>
            <p:nvPr/>
          </p:nvSpPr>
          <p:spPr>
            <a:xfrm>
              <a:off x="9557454" y="3534029"/>
              <a:ext cx="864000" cy="863891"/>
            </a:xfrm>
            <a:prstGeom prst="rect">
              <a:avLst/>
            </a:prstGeom>
            <a:noFill/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326" name="직사각형 325"/>
            <p:cNvSpPr>
              <a:spLocks noChangeAspect="1"/>
            </p:cNvSpPr>
            <p:nvPr/>
          </p:nvSpPr>
          <p:spPr>
            <a:xfrm>
              <a:off x="10421452" y="942368"/>
              <a:ext cx="864000" cy="863891"/>
            </a:xfrm>
            <a:prstGeom prst="rect">
              <a:avLst/>
            </a:prstGeom>
            <a:noFill/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328" name="직사각형 327"/>
            <p:cNvSpPr>
              <a:spLocks noChangeAspect="1"/>
            </p:cNvSpPr>
            <p:nvPr/>
          </p:nvSpPr>
          <p:spPr>
            <a:xfrm>
              <a:off x="10421452" y="1806259"/>
              <a:ext cx="864000" cy="863891"/>
            </a:xfrm>
            <a:prstGeom prst="rect">
              <a:avLst/>
            </a:prstGeom>
            <a:noFill/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330" name="직사각형 329"/>
            <p:cNvSpPr>
              <a:spLocks noChangeAspect="1"/>
            </p:cNvSpPr>
            <p:nvPr/>
          </p:nvSpPr>
          <p:spPr>
            <a:xfrm>
              <a:off x="10421452" y="2670146"/>
              <a:ext cx="864000" cy="863891"/>
            </a:xfrm>
            <a:prstGeom prst="rect">
              <a:avLst/>
            </a:prstGeom>
            <a:noFill/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331" name="TextBox 330"/>
            <p:cNvSpPr txBox="1"/>
            <p:nvPr/>
          </p:nvSpPr>
          <p:spPr>
            <a:xfrm>
              <a:off x="10367223" y="2670142"/>
              <a:ext cx="972457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1600" dirty="0" smtClean="0"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90h9</a:t>
              </a:r>
              <a:endParaRPr lang="ko-KR" altLang="en-US" sz="1600" dirty="0">
                <a:latin typeface="나눔스퀘어 Bold" panose="020B0600000101010101" pitchFamily="50" charset="-127"/>
                <a:ea typeface="나눔스퀘어 Bold" panose="020B0600000101010101" pitchFamily="50" charset="-127"/>
              </a:endParaRPr>
            </a:p>
          </p:txBody>
        </p:sp>
        <p:sp>
          <p:nvSpPr>
            <p:cNvPr id="332" name="직사각형 331"/>
            <p:cNvSpPr>
              <a:spLocks noChangeAspect="1"/>
            </p:cNvSpPr>
            <p:nvPr/>
          </p:nvSpPr>
          <p:spPr>
            <a:xfrm>
              <a:off x="10421452" y="3534029"/>
              <a:ext cx="864000" cy="863891"/>
            </a:xfrm>
            <a:prstGeom prst="rect">
              <a:avLst/>
            </a:prstGeom>
            <a:noFill/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352" name="직사각형 351"/>
            <p:cNvSpPr/>
            <p:nvPr/>
          </p:nvSpPr>
          <p:spPr>
            <a:xfrm>
              <a:off x="5381455" y="2144805"/>
              <a:ext cx="576000" cy="432000"/>
            </a:xfrm>
            <a:prstGeom prst="rect">
              <a:avLst/>
            </a:prstGeom>
            <a:solidFill>
              <a:schemeClr val="accent6">
                <a:lumMod val="40000"/>
                <a:lumOff val="6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dirty="0" smtClean="0">
                  <a:solidFill>
                    <a:schemeClr val="tx1"/>
                  </a:solidFill>
                </a:rPr>
                <a:t>10</a:t>
              </a:r>
              <a:endParaRPr lang="ko-KR" altLang="en-US" dirty="0">
                <a:solidFill>
                  <a:schemeClr val="tx1"/>
                </a:solidFill>
              </a:endParaRPr>
            </a:p>
          </p:txBody>
        </p:sp>
        <p:sp>
          <p:nvSpPr>
            <p:cNvPr id="353" name="직사각형 352"/>
            <p:cNvSpPr/>
            <p:nvPr/>
          </p:nvSpPr>
          <p:spPr>
            <a:xfrm>
              <a:off x="6245452" y="2139326"/>
              <a:ext cx="576000" cy="432000"/>
            </a:xfrm>
            <a:prstGeom prst="rect">
              <a:avLst/>
            </a:prstGeom>
            <a:solidFill>
              <a:schemeClr val="accent6">
                <a:lumMod val="40000"/>
                <a:lumOff val="6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dirty="0" smtClean="0">
                  <a:solidFill>
                    <a:schemeClr val="tx1"/>
                  </a:solidFill>
                </a:rPr>
                <a:t>10</a:t>
              </a:r>
              <a:endParaRPr lang="ko-KR" altLang="en-US" dirty="0">
                <a:solidFill>
                  <a:schemeClr val="tx1"/>
                </a:solidFill>
              </a:endParaRPr>
            </a:p>
          </p:txBody>
        </p:sp>
        <p:sp>
          <p:nvSpPr>
            <p:cNvPr id="354" name="직사각형 353"/>
            <p:cNvSpPr/>
            <p:nvPr/>
          </p:nvSpPr>
          <p:spPr>
            <a:xfrm>
              <a:off x="9701452" y="3008684"/>
              <a:ext cx="576000" cy="432000"/>
            </a:xfrm>
            <a:prstGeom prst="rect">
              <a:avLst/>
            </a:prstGeom>
            <a:solidFill>
              <a:schemeClr val="accent5">
                <a:lumMod val="40000"/>
                <a:lumOff val="6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dirty="0" smtClean="0">
                  <a:solidFill>
                    <a:schemeClr val="tx1"/>
                  </a:solidFill>
                </a:rPr>
                <a:t>10</a:t>
              </a:r>
              <a:endParaRPr lang="ko-KR" altLang="en-US" dirty="0">
                <a:solidFill>
                  <a:schemeClr val="tx1"/>
                </a:solidFill>
              </a:endParaRPr>
            </a:p>
          </p:txBody>
        </p:sp>
        <p:sp>
          <p:nvSpPr>
            <p:cNvPr id="355" name="직사각형 354"/>
            <p:cNvSpPr/>
            <p:nvPr/>
          </p:nvSpPr>
          <p:spPr>
            <a:xfrm>
              <a:off x="10565449" y="3008684"/>
              <a:ext cx="576000" cy="432000"/>
            </a:xfrm>
            <a:prstGeom prst="rect">
              <a:avLst/>
            </a:prstGeom>
            <a:solidFill>
              <a:schemeClr val="accent5">
                <a:lumMod val="40000"/>
                <a:lumOff val="6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dirty="0" smtClean="0">
                  <a:solidFill>
                    <a:schemeClr val="tx1"/>
                  </a:solidFill>
                </a:rPr>
                <a:t>10</a:t>
              </a:r>
              <a:endParaRPr lang="ko-KR" altLang="en-US" dirty="0">
                <a:solidFill>
                  <a:schemeClr val="tx1"/>
                </a:solidFill>
              </a:endParaRPr>
            </a:p>
          </p:txBody>
        </p:sp>
        <p:sp>
          <p:nvSpPr>
            <p:cNvPr id="356" name="직사각형 355"/>
            <p:cNvSpPr/>
            <p:nvPr/>
          </p:nvSpPr>
          <p:spPr>
            <a:xfrm>
              <a:off x="6155685" y="3872583"/>
              <a:ext cx="720000" cy="432000"/>
            </a:xfrm>
            <a:prstGeom prst="rect">
              <a:avLst/>
            </a:prstGeom>
            <a:solidFill>
              <a:schemeClr val="bg2">
                <a:lumMod val="9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sz="1600" dirty="0">
                  <a:solidFill>
                    <a:schemeClr val="tx1"/>
                  </a:solidFill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12s1</a:t>
              </a:r>
              <a:endParaRPr lang="ko-KR" altLang="en-US" sz="1600" dirty="0">
                <a:solidFill>
                  <a:schemeClr val="tx1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endParaRPr>
            </a:p>
          </p:txBody>
        </p:sp>
        <p:sp>
          <p:nvSpPr>
            <p:cNvPr id="360" name="TextBox 359"/>
            <p:cNvSpPr txBox="1"/>
            <p:nvPr/>
          </p:nvSpPr>
          <p:spPr>
            <a:xfrm>
              <a:off x="7775225" y="942360"/>
              <a:ext cx="972457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1600" dirty="0" smtClean="0"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29e5</a:t>
              </a:r>
              <a:endParaRPr lang="ko-KR" altLang="en-US" sz="1600" dirty="0">
                <a:latin typeface="나눔스퀘어 Bold" panose="020B0600000101010101" pitchFamily="50" charset="-127"/>
                <a:ea typeface="나눔스퀘어 Bold" panose="020B0600000101010101" pitchFamily="50" charset="-127"/>
              </a:endParaRPr>
            </a:p>
          </p:txBody>
        </p:sp>
        <p:sp>
          <p:nvSpPr>
            <p:cNvPr id="362" name="TextBox 361"/>
            <p:cNvSpPr txBox="1"/>
            <p:nvPr/>
          </p:nvSpPr>
          <p:spPr>
            <a:xfrm>
              <a:off x="8639224" y="942360"/>
              <a:ext cx="972457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1600" dirty="0" smtClean="0"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29e6</a:t>
              </a:r>
              <a:endParaRPr lang="ko-KR" altLang="en-US" sz="1600" dirty="0">
                <a:latin typeface="나눔스퀘어 Bold" panose="020B0600000101010101" pitchFamily="50" charset="-127"/>
                <a:ea typeface="나눔스퀘어 Bold" panose="020B0600000101010101" pitchFamily="50" charset="-127"/>
              </a:endParaRPr>
            </a:p>
          </p:txBody>
        </p:sp>
        <p:sp>
          <p:nvSpPr>
            <p:cNvPr id="363" name="직사각형 362"/>
            <p:cNvSpPr/>
            <p:nvPr/>
          </p:nvSpPr>
          <p:spPr>
            <a:xfrm>
              <a:off x="7973453" y="1280910"/>
              <a:ext cx="576000" cy="432000"/>
            </a:xfrm>
            <a:prstGeom prst="rect">
              <a:avLst/>
            </a:prstGeom>
            <a:solidFill>
              <a:schemeClr val="accent4">
                <a:lumMod val="20000"/>
                <a:lumOff val="8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dirty="0" smtClean="0">
                  <a:solidFill>
                    <a:schemeClr val="tx1"/>
                  </a:solidFill>
                </a:rPr>
                <a:t>10</a:t>
              </a:r>
              <a:endParaRPr lang="ko-KR" altLang="en-US" dirty="0">
                <a:solidFill>
                  <a:schemeClr val="tx1"/>
                </a:solidFill>
              </a:endParaRPr>
            </a:p>
          </p:txBody>
        </p:sp>
        <p:sp>
          <p:nvSpPr>
            <p:cNvPr id="364" name="직사각형 363"/>
            <p:cNvSpPr/>
            <p:nvPr/>
          </p:nvSpPr>
          <p:spPr>
            <a:xfrm>
              <a:off x="8837452" y="1280910"/>
              <a:ext cx="576000" cy="432000"/>
            </a:xfrm>
            <a:prstGeom prst="rect">
              <a:avLst/>
            </a:prstGeom>
            <a:solidFill>
              <a:schemeClr val="accent4">
                <a:lumMod val="20000"/>
                <a:lumOff val="8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dirty="0" smtClean="0">
                  <a:solidFill>
                    <a:schemeClr val="tx1"/>
                  </a:solidFill>
                </a:rPr>
                <a:t>10</a:t>
              </a:r>
              <a:endParaRPr lang="ko-KR" altLang="en-US" dirty="0">
                <a:solidFill>
                  <a:schemeClr val="tx1"/>
                </a:solidFill>
              </a:endParaRPr>
            </a:p>
          </p:txBody>
        </p:sp>
        <p:cxnSp>
          <p:nvCxnSpPr>
            <p:cNvPr id="30" name="꺾인 연결선 29"/>
            <p:cNvCxnSpPr>
              <a:stCxn id="302" idx="1"/>
              <a:endCxn id="267" idx="1"/>
            </p:cNvCxnSpPr>
            <p:nvPr/>
          </p:nvCxnSpPr>
          <p:spPr>
            <a:xfrm rot="10800000">
              <a:off x="5183228" y="1975537"/>
              <a:ext cx="918228" cy="1990443"/>
            </a:xfrm>
            <a:prstGeom prst="bentConnector3">
              <a:avLst>
                <a:gd name="adj1" fmla="val 142876"/>
              </a:avLst>
            </a:prstGeom>
            <a:ln w="76200">
              <a:solidFill>
                <a:schemeClr val="accent2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65" name="직사각형 364"/>
            <p:cNvSpPr/>
            <p:nvPr/>
          </p:nvSpPr>
          <p:spPr>
            <a:xfrm>
              <a:off x="7033934" y="3872583"/>
              <a:ext cx="720000" cy="432000"/>
            </a:xfrm>
            <a:prstGeom prst="rect">
              <a:avLst/>
            </a:prstGeom>
            <a:solidFill>
              <a:schemeClr val="bg2">
                <a:lumMod val="9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sz="1600" dirty="0">
                  <a:solidFill>
                    <a:schemeClr val="tx1"/>
                  </a:solidFill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29e5</a:t>
              </a:r>
              <a:endParaRPr lang="ko-KR" altLang="en-US" sz="1600" dirty="0">
                <a:solidFill>
                  <a:schemeClr val="tx1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endParaRPr>
            </a:p>
          </p:txBody>
        </p:sp>
        <p:sp>
          <p:nvSpPr>
            <p:cNvPr id="366" name="직사각형 365"/>
            <p:cNvSpPr/>
            <p:nvPr/>
          </p:nvSpPr>
          <p:spPr>
            <a:xfrm>
              <a:off x="7897931" y="3872583"/>
              <a:ext cx="720000" cy="432000"/>
            </a:xfrm>
            <a:prstGeom prst="rect">
              <a:avLst/>
            </a:prstGeom>
            <a:solidFill>
              <a:schemeClr val="bg2">
                <a:lumMod val="9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sz="1600" dirty="0">
                  <a:solidFill>
                    <a:schemeClr val="tx1"/>
                  </a:solidFill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90h8</a:t>
              </a:r>
              <a:endParaRPr lang="ko-KR" altLang="en-US" sz="1600" dirty="0">
                <a:solidFill>
                  <a:schemeClr val="tx1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endParaRPr>
            </a:p>
          </p:txBody>
        </p:sp>
        <p:cxnSp>
          <p:nvCxnSpPr>
            <p:cNvPr id="367" name="꺾인 연결선 366"/>
            <p:cNvCxnSpPr>
              <a:stCxn id="305" idx="0"/>
              <a:endCxn id="360" idx="1"/>
            </p:cNvCxnSpPr>
            <p:nvPr/>
          </p:nvCxnSpPr>
          <p:spPr>
            <a:xfrm rot="5400000" flipH="1" flipV="1">
              <a:off x="6375144" y="2133949"/>
              <a:ext cx="2422392" cy="377769"/>
            </a:xfrm>
            <a:prstGeom prst="bentConnector2">
              <a:avLst/>
            </a:prstGeom>
            <a:ln w="76200">
              <a:solidFill>
                <a:schemeClr val="accent2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68" name="꺾인 연결선 367"/>
            <p:cNvCxnSpPr>
              <a:stCxn id="318" idx="1"/>
              <a:endCxn id="296" idx="1"/>
            </p:cNvCxnSpPr>
            <p:nvPr/>
          </p:nvCxnSpPr>
          <p:spPr>
            <a:xfrm rot="10800000" flipH="1">
              <a:off x="8693455" y="2839419"/>
              <a:ext cx="809770" cy="1126556"/>
            </a:xfrm>
            <a:prstGeom prst="bentConnector3">
              <a:avLst>
                <a:gd name="adj1" fmla="val 39209"/>
              </a:avLst>
            </a:prstGeom>
            <a:ln w="76200">
              <a:solidFill>
                <a:schemeClr val="accent2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255798980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직사각형 80"/>
          <p:cNvSpPr>
            <a:spLocks noChangeAspect="1"/>
          </p:cNvSpPr>
          <p:nvPr/>
        </p:nvSpPr>
        <p:spPr>
          <a:xfrm>
            <a:off x="1187772" y="3636109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3" name="TextBox 82"/>
          <p:cNvSpPr txBox="1"/>
          <p:nvPr/>
        </p:nvSpPr>
        <p:spPr>
          <a:xfrm>
            <a:off x="1133543" y="3636105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65611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86" name="직사각형 85"/>
          <p:cNvSpPr>
            <a:spLocks noChangeAspect="1"/>
          </p:cNvSpPr>
          <p:nvPr/>
        </p:nvSpPr>
        <p:spPr>
          <a:xfrm>
            <a:off x="2051772" y="3636109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7" name="TextBox 86"/>
          <p:cNvSpPr txBox="1"/>
          <p:nvPr/>
        </p:nvSpPr>
        <p:spPr>
          <a:xfrm>
            <a:off x="1997543" y="3636105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65612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88" name="직사각형 87"/>
          <p:cNvSpPr>
            <a:spLocks noChangeAspect="1"/>
          </p:cNvSpPr>
          <p:nvPr/>
        </p:nvSpPr>
        <p:spPr>
          <a:xfrm>
            <a:off x="2915771" y="3636109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9" name="TextBox 88"/>
          <p:cNvSpPr txBox="1"/>
          <p:nvPr/>
        </p:nvSpPr>
        <p:spPr>
          <a:xfrm>
            <a:off x="2861542" y="3636105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65613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90" name="직사각형 89"/>
          <p:cNvSpPr>
            <a:spLocks noChangeAspect="1"/>
          </p:cNvSpPr>
          <p:nvPr/>
        </p:nvSpPr>
        <p:spPr>
          <a:xfrm>
            <a:off x="3779771" y="3636109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1" name="TextBox 90"/>
          <p:cNvSpPr txBox="1"/>
          <p:nvPr/>
        </p:nvSpPr>
        <p:spPr>
          <a:xfrm>
            <a:off x="3725542" y="3636105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65614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92" name="직사각형 91"/>
          <p:cNvSpPr>
            <a:spLocks noChangeAspect="1"/>
          </p:cNvSpPr>
          <p:nvPr/>
        </p:nvSpPr>
        <p:spPr>
          <a:xfrm>
            <a:off x="4643770" y="3636109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3" name="TextBox 92"/>
          <p:cNvSpPr txBox="1"/>
          <p:nvPr/>
        </p:nvSpPr>
        <p:spPr>
          <a:xfrm>
            <a:off x="4589541" y="3636105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65615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94" name="직사각형 93"/>
          <p:cNvSpPr>
            <a:spLocks noChangeAspect="1"/>
          </p:cNvSpPr>
          <p:nvPr/>
        </p:nvSpPr>
        <p:spPr>
          <a:xfrm>
            <a:off x="1187772" y="4500000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5" name="TextBox 94"/>
          <p:cNvSpPr txBox="1"/>
          <p:nvPr/>
        </p:nvSpPr>
        <p:spPr>
          <a:xfrm>
            <a:off x="1133543" y="4499996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65621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96" name="직사각형 95"/>
          <p:cNvSpPr>
            <a:spLocks noChangeAspect="1"/>
          </p:cNvSpPr>
          <p:nvPr/>
        </p:nvSpPr>
        <p:spPr>
          <a:xfrm>
            <a:off x="2051772" y="4500000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7" name="TextBox 96"/>
          <p:cNvSpPr txBox="1"/>
          <p:nvPr/>
        </p:nvSpPr>
        <p:spPr>
          <a:xfrm>
            <a:off x="1997543" y="4499996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65622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98" name="직사각형 97"/>
          <p:cNvSpPr>
            <a:spLocks noChangeAspect="1"/>
          </p:cNvSpPr>
          <p:nvPr/>
        </p:nvSpPr>
        <p:spPr>
          <a:xfrm>
            <a:off x="2915771" y="4500000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9" name="TextBox 98"/>
          <p:cNvSpPr txBox="1"/>
          <p:nvPr/>
        </p:nvSpPr>
        <p:spPr>
          <a:xfrm>
            <a:off x="2861542" y="4499996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65623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00" name="직사각형 99"/>
          <p:cNvSpPr>
            <a:spLocks noChangeAspect="1"/>
          </p:cNvSpPr>
          <p:nvPr/>
        </p:nvSpPr>
        <p:spPr>
          <a:xfrm>
            <a:off x="3779771" y="4500000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01" name="TextBox 100"/>
          <p:cNvSpPr txBox="1"/>
          <p:nvPr/>
        </p:nvSpPr>
        <p:spPr>
          <a:xfrm>
            <a:off x="3725542" y="4499996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65624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02" name="직사각형 101"/>
          <p:cNvSpPr>
            <a:spLocks noChangeAspect="1"/>
          </p:cNvSpPr>
          <p:nvPr/>
        </p:nvSpPr>
        <p:spPr>
          <a:xfrm>
            <a:off x="4643770" y="4500000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03" name="TextBox 102"/>
          <p:cNvSpPr txBox="1"/>
          <p:nvPr/>
        </p:nvSpPr>
        <p:spPr>
          <a:xfrm>
            <a:off x="4589541" y="4499996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65625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04" name="직사각형 103"/>
          <p:cNvSpPr>
            <a:spLocks noChangeAspect="1"/>
          </p:cNvSpPr>
          <p:nvPr/>
        </p:nvSpPr>
        <p:spPr>
          <a:xfrm>
            <a:off x="1187772" y="5363887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05" name="TextBox 104"/>
          <p:cNvSpPr txBox="1"/>
          <p:nvPr/>
        </p:nvSpPr>
        <p:spPr>
          <a:xfrm>
            <a:off x="1133543" y="5363883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65631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06" name="직사각형 105"/>
          <p:cNvSpPr>
            <a:spLocks noChangeAspect="1"/>
          </p:cNvSpPr>
          <p:nvPr/>
        </p:nvSpPr>
        <p:spPr>
          <a:xfrm>
            <a:off x="2051772" y="5363887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07" name="TextBox 106"/>
          <p:cNvSpPr txBox="1"/>
          <p:nvPr/>
        </p:nvSpPr>
        <p:spPr>
          <a:xfrm>
            <a:off x="1997543" y="5363883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65632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08" name="직사각형 107"/>
          <p:cNvSpPr>
            <a:spLocks noChangeAspect="1"/>
          </p:cNvSpPr>
          <p:nvPr/>
        </p:nvSpPr>
        <p:spPr>
          <a:xfrm>
            <a:off x="2915771" y="5363887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09" name="TextBox 108"/>
          <p:cNvSpPr txBox="1"/>
          <p:nvPr/>
        </p:nvSpPr>
        <p:spPr>
          <a:xfrm>
            <a:off x="2861542" y="5363883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65633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10" name="직사각형 109"/>
          <p:cNvSpPr>
            <a:spLocks noChangeAspect="1"/>
          </p:cNvSpPr>
          <p:nvPr/>
        </p:nvSpPr>
        <p:spPr>
          <a:xfrm>
            <a:off x="3779771" y="5363887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11" name="TextBox 110"/>
          <p:cNvSpPr txBox="1"/>
          <p:nvPr/>
        </p:nvSpPr>
        <p:spPr>
          <a:xfrm>
            <a:off x="3725542" y="5363883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65634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12" name="직사각형 111"/>
          <p:cNvSpPr>
            <a:spLocks noChangeAspect="1"/>
          </p:cNvSpPr>
          <p:nvPr/>
        </p:nvSpPr>
        <p:spPr>
          <a:xfrm>
            <a:off x="4643770" y="5363887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13" name="TextBox 112"/>
          <p:cNvSpPr txBox="1"/>
          <p:nvPr/>
        </p:nvSpPr>
        <p:spPr>
          <a:xfrm>
            <a:off x="4589541" y="5363883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65635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14" name="직사각형 113"/>
          <p:cNvSpPr>
            <a:spLocks noChangeAspect="1"/>
          </p:cNvSpPr>
          <p:nvPr/>
        </p:nvSpPr>
        <p:spPr>
          <a:xfrm>
            <a:off x="6451196" y="3636109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15" name="TextBox 114"/>
          <p:cNvSpPr txBox="1"/>
          <p:nvPr/>
        </p:nvSpPr>
        <p:spPr>
          <a:xfrm>
            <a:off x="6396967" y="3636105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7</a:t>
            </a:r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5611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16" name="직사각형 115"/>
          <p:cNvSpPr>
            <a:spLocks noChangeAspect="1"/>
          </p:cNvSpPr>
          <p:nvPr/>
        </p:nvSpPr>
        <p:spPr>
          <a:xfrm>
            <a:off x="7315196" y="3636109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17" name="TextBox 116"/>
          <p:cNvSpPr txBox="1"/>
          <p:nvPr/>
        </p:nvSpPr>
        <p:spPr>
          <a:xfrm>
            <a:off x="7260967" y="3636105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7</a:t>
            </a:r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5612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18" name="직사각형 117"/>
          <p:cNvSpPr>
            <a:spLocks noChangeAspect="1"/>
          </p:cNvSpPr>
          <p:nvPr/>
        </p:nvSpPr>
        <p:spPr>
          <a:xfrm>
            <a:off x="8179195" y="3636109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19" name="TextBox 118"/>
          <p:cNvSpPr txBox="1"/>
          <p:nvPr/>
        </p:nvSpPr>
        <p:spPr>
          <a:xfrm>
            <a:off x="8124966" y="3636105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7</a:t>
            </a:r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5613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20" name="직사각형 119"/>
          <p:cNvSpPr>
            <a:spLocks noChangeAspect="1"/>
          </p:cNvSpPr>
          <p:nvPr/>
        </p:nvSpPr>
        <p:spPr>
          <a:xfrm>
            <a:off x="9043195" y="3636109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21" name="TextBox 120"/>
          <p:cNvSpPr txBox="1"/>
          <p:nvPr/>
        </p:nvSpPr>
        <p:spPr>
          <a:xfrm>
            <a:off x="8988966" y="3636105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7</a:t>
            </a:r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5614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22" name="직사각형 121"/>
          <p:cNvSpPr>
            <a:spLocks noChangeAspect="1"/>
          </p:cNvSpPr>
          <p:nvPr/>
        </p:nvSpPr>
        <p:spPr>
          <a:xfrm>
            <a:off x="9907194" y="3636109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23" name="TextBox 122"/>
          <p:cNvSpPr txBox="1"/>
          <p:nvPr/>
        </p:nvSpPr>
        <p:spPr>
          <a:xfrm>
            <a:off x="9852965" y="3636105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7</a:t>
            </a:r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5615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24" name="직사각형 123"/>
          <p:cNvSpPr>
            <a:spLocks noChangeAspect="1"/>
          </p:cNvSpPr>
          <p:nvPr/>
        </p:nvSpPr>
        <p:spPr>
          <a:xfrm>
            <a:off x="6451196" y="4500000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25" name="TextBox 124"/>
          <p:cNvSpPr txBox="1"/>
          <p:nvPr/>
        </p:nvSpPr>
        <p:spPr>
          <a:xfrm>
            <a:off x="6396967" y="4499996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7</a:t>
            </a:r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5621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26" name="직사각형 125"/>
          <p:cNvSpPr>
            <a:spLocks noChangeAspect="1"/>
          </p:cNvSpPr>
          <p:nvPr/>
        </p:nvSpPr>
        <p:spPr>
          <a:xfrm>
            <a:off x="7315196" y="4500000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27" name="TextBox 126"/>
          <p:cNvSpPr txBox="1"/>
          <p:nvPr/>
        </p:nvSpPr>
        <p:spPr>
          <a:xfrm>
            <a:off x="7260967" y="4499996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7</a:t>
            </a:r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5622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28" name="직사각형 127"/>
          <p:cNvSpPr>
            <a:spLocks noChangeAspect="1"/>
          </p:cNvSpPr>
          <p:nvPr/>
        </p:nvSpPr>
        <p:spPr>
          <a:xfrm>
            <a:off x="8179195" y="4500000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29" name="TextBox 128"/>
          <p:cNvSpPr txBox="1"/>
          <p:nvPr/>
        </p:nvSpPr>
        <p:spPr>
          <a:xfrm>
            <a:off x="8124966" y="4499996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7</a:t>
            </a:r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5623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30" name="직사각형 129"/>
          <p:cNvSpPr>
            <a:spLocks noChangeAspect="1"/>
          </p:cNvSpPr>
          <p:nvPr/>
        </p:nvSpPr>
        <p:spPr>
          <a:xfrm>
            <a:off x="9043195" y="4500000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31" name="TextBox 130"/>
          <p:cNvSpPr txBox="1"/>
          <p:nvPr/>
        </p:nvSpPr>
        <p:spPr>
          <a:xfrm>
            <a:off x="8988966" y="4499996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7</a:t>
            </a:r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5624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32" name="직사각형 131"/>
          <p:cNvSpPr>
            <a:spLocks noChangeAspect="1"/>
          </p:cNvSpPr>
          <p:nvPr/>
        </p:nvSpPr>
        <p:spPr>
          <a:xfrm>
            <a:off x="9907194" y="4500000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33" name="TextBox 132"/>
          <p:cNvSpPr txBox="1"/>
          <p:nvPr/>
        </p:nvSpPr>
        <p:spPr>
          <a:xfrm>
            <a:off x="9852965" y="4499996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7</a:t>
            </a:r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5625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34" name="직사각형 133"/>
          <p:cNvSpPr>
            <a:spLocks noChangeAspect="1"/>
          </p:cNvSpPr>
          <p:nvPr/>
        </p:nvSpPr>
        <p:spPr>
          <a:xfrm>
            <a:off x="6451196" y="5363887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35" name="TextBox 134"/>
          <p:cNvSpPr txBox="1"/>
          <p:nvPr/>
        </p:nvSpPr>
        <p:spPr>
          <a:xfrm>
            <a:off x="6396967" y="5363883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7</a:t>
            </a:r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5631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36" name="직사각형 135"/>
          <p:cNvSpPr>
            <a:spLocks noChangeAspect="1"/>
          </p:cNvSpPr>
          <p:nvPr/>
        </p:nvSpPr>
        <p:spPr>
          <a:xfrm>
            <a:off x="7315196" y="5363887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37" name="TextBox 136"/>
          <p:cNvSpPr txBox="1"/>
          <p:nvPr/>
        </p:nvSpPr>
        <p:spPr>
          <a:xfrm>
            <a:off x="7260967" y="5363883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7</a:t>
            </a:r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5632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38" name="직사각형 137"/>
          <p:cNvSpPr>
            <a:spLocks noChangeAspect="1"/>
          </p:cNvSpPr>
          <p:nvPr/>
        </p:nvSpPr>
        <p:spPr>
          <a:xfrm>
            <a:off x="8179195" y="5363887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39" name="TextBox 138"/>
          <p:cNvSpPr txBox="1"/>
          <p:nvPr/>
        </p:nvSpPr>
        <p:spPr>
          <a:xfrm>
            <a:off x="8124966" y="5363883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7</a:t>
            </a:r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5633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40" name="직사각형 139"/>
          <p:cNvSpPr>
            <a:spLocks noChangeAspect="1"/>
          </p:cNvSpPr>
          <p:nvPr/>
        </p:nvSpPr>
        <p:spPr>
          <a:xfrm>
            <a:off x="9043195" y="5363887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41" name="TextBox 140"/>
          <p:cNvSpPr txBox="1"/>
          <p:nvPr/>
        </p:nvSpPr>
        <p:spPr>
          <a:xfrm>
            <a:off x="8988966" y="5363883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7</a:t>
            </a:r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5634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42" name="직사각형 141"/>
          <p:cNvSpPr>
            <a:spLocks noChangeAspect="1"/>
          </p:cNvSpPr>
          <p:nvPr/>
        </p:nvSpPr>
        <p:spPr>
          <a:xfrm>
            <a:off x="9907194" y="5363887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43" name="TextBox 142"/>
          <p:cNvSpPr txBox="1"/>
          <p:nvPr/>
        </p:nvSpPr>
        <p:spPr>
          <a:xfrm>
            <a:off x="9852965" y="5363883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7</a:t>
            </a:r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5635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44" name="직사각형 143"/>
          <p:cNvSpPr>
            <a:spLocks noChangeAspect="1"/>
          </p:cNvSpPr>
          <p:nvPr/>
        </p:nvSpPr>
        <p:spPr>
          <a:xfrm>
            <a:off x="1198457" y="688372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45" name="TextBox 144"/>
          <p:cNvSpPr txBox="1"/>
          <p:nvPr/>
        </p:nvSpPr>
        <p:spPr>
          <a:xfrm>
            <a:off x="1144228" y="688368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65611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46" name="직사각형 145"/>
          <p:cNvSpPr>
            <a:spLocks noChangeAspect="1"/>
          </p:cNvSpPr>
          <p:nvPr/>
        </p:nvSpPr>
        <p:spPr>
          <a:xfrm>
            <a:off x="2062457" y="688372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47" name="TextBox 146"/>
          <p:cNvSpPr txBox="1"/>
          <p:nvPr/>
        </p:nvSpPr>
        <p:spPr>
          <a:xfrm>
            <a:off x="2008228" y="688368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65612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48" name="직사각형 147"/>
          <p:cNvSpPr>
            <a:spLocks noChangeAspect="1"/>
          </p:cNvSpPr>
          <p:nvPr/>
        </p:nvSpPr>
        <p:spPr>
          <a:xfrm>
            <a:off x="2926456" y="688372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49" name="TextBox 148"/>
          <p:cNvSpPr txBox="1"/>
          <p:nvPr/>
        </p:nvSpPr>
        <p:spPr>
          <a:xfrm>
            <a:off x="2872227" y="688368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65613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50" name="직사각형 149"/>
          <p:cNvSpPr>
            <a:spLocks noChangeAspect="1"/>
          </p:cNvSpPr>
          <p:nvPr/>
        </p:nvSpPr>
        <p:spPr>
          <a:xfrm>
            <a:off x="3790456" y="688372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51" name="TextBox 150"/>
          <p:cNvSpPr txBox="1"/>
          <p:nvPr/>
        </p:nvSpPr>
        <p:spPr>
          <a:xfrm>
            <a:off x="3736227" y="688368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65614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52" name="직사각형 151"/>
          <p:cNvSpPr>
            <a:spLocks noChangeAspect="1"/>
          </p:cNvSpPr>
          <p:nvPr/>
        </p:nvSpPr>
        <p:spPr>
          <a:xfrm>
            <a:off x="4654455" y="688372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53" name="TextBox 152"/>
          <p:cNvSpPr txBox="1"/>
          <p:nvPr/>
        </p:nvSpPr>
        <p:spPr>
          <a:xfrm>
            <a:off x="4600226" y="688368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65615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54" name="직사각형 153"/>
          <p:cNvSpPr>
            <a:spLocks noChangeAspect="1"/>
          </p:cNvSpPr>
          <p:nvPr/>
        </p:nvSpPr>
        <p:spPr>
          <a:xfrm>
            <a:off x="1198457" y="1552263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55" name="TextBox 154"/>
          <p:cNvSpPr txBox="1"/>
          <p:nvPr/>
        </p:nvSpPr>
        <p:spPr>
          <a:xfrm>
            <a:off x="1144228" y="1552259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65621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56" name="직사각형 155"/>
          <p:cNvSpPr>
            <a:spLocks noChangeAspect="1"/>
          </p:cNvSpPr>
          <p:nvPr/>
        </p:nvSpPr>
        <p:spPr>
          <a:xfrm>
            <a:off x="2062457" y="1552263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57" name="TextBox 156"/>
          <p:cNvSpPr txBox="1"/>
          <p:nvPr/>
        </p:nvSpPr>
        <p:spPr>
          <a:xfrm>
            <a:off x="2008228" y="1552259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65622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58" name="직사각형 157"/>
          <p:cNvSpPr>
            <a:spLocks noChangeAspect="1"/>
          </p:cNvSpPr>
          <p:nvPr/>
        </p:nvSpPr>
        <p:spPr>
          <a:xfrm>
            <a:off x="2926456" y="1552263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59" name="TextBox 158"/>
          <p:cNvSpPr txBox="1"/>
          <p:nvPr/>
        </p:nvSpPr>
        <p:spPr>
          <a:xfrm>
            <a:off x="2872227" y="1552259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65623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60" name="직사각형 159"/>
          <p:cNvSpPr>
            <a:spLocks noChangeAspect="1"/>
          </p:cNvSpPr>
          <p:nvPr/>
        </p:nvSpPr>
        <p:spPr>
          <a:xfrm>
            <a:off x="3790456" y="1552263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61" name="TextBox 160"/>
          <p:cNvSpPr txBox="1"/>
          <p:nvPr/>
        </p:nvSpPr>
        <p:spPr>
          <a:xfrm>
            <a:off x="3736227" y="1552259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65624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62" name="직사각형 161"/>
          <p:cNvSpPr>
            <a:spLocks noChangeAspect="1"/>
          </p:cNvSpPr>
          <p:nvPr/>
        </p:nvSpPr>
        <p:spPr>
          <a:xfrm>
            <a:off x="4654455" y="1552263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63" name="TextBox 162"/>
          <p:cNvSpPr txBox="1"/>
          <p:nvPr/>
        </p:nvSpPr>
        <p:spPr>
          <a:xfrm>
            <a:off x="4600226" y="1552259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65625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64" name="직사각형 163"/>
          <p:cNvSpPr>
            <a:spLocks noChangeAspect="1"/>
          </p:cNvSpPr>
          <p:nvPr/>
        </p:nvSpPr>
        <p:spPr>
          <a:xfrm>
            <a:off x="1198457" y="2416150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65" name="TextBox 164"/>
          <p:cNvSpPr txBox="1"/>
          <p:nvPr/>
        </p:nvSpPr>
        <p:spPr>
          <a:xfrm>
            <a:off x="1144228" y="2416146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65631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66" name="직사각형 165"/>
          <p:cNvSpPr>
            <a:spLocks noChangeAspect="1"/>
          </p:cNvSpPr>
          <p:nvPr/>
        </p:nvSpPr>
        <p:spPr>
          <a:xfrm>
            <a:off x="2062457" y="2416150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67" name="TextBox 166"/>
          <p:cNvSpPr txBox="1"/>
          <p:nvPr/>
        </p:nvSpPr>
        <p:spPr>
          <a:xfrm>
            <a:off x="2008228" y="2416146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65632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68" name="직사각형 167"/>
          <p:cNvSpPr>
            <a:spLocks noChangeAspect="1"/>
          </p:cNvSpPr>
          <p:nvPr/>
        </p:nvSpPr>
        <p:spPr>
          <a:xfrm>
            <a:off x="2926456" y="2416150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69" name="TextBox 168"/>
          <p:cNvSpPr txBox="1"/>
          <p:nvPr/>
        </p:nvSpPr>
        <p:spPr>
          <a:xfrm>
            <a:off x="2872227" y="2416146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65633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70" name="직사각형 169"/>
          <p:cNvSpPr>
            <a:spLocks noChangeAspect="1"/>
          </p:cNvSpPr>
          <p:nvPr/>
        </p:nvSpPr>
        <p:spPr>
          <a:xfrm>
            <a:off x="3790456" y="2416150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71" name="TextBox 170"/>
          <p:cNvSpPr txBox="1"/>
          <p:nvPr/>
        </p:nvSpPr>
        <p:spPr>
          <a:xfrm>
            <a:off x="3736227" y="2416146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65634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72" name="직사각형 171"/>
          <p:cNvSpPr>
            <a:spLocks noChangeAspect="1"/>
          </p:cNvSpPr>
          <p:nvPr/>
        </p:nvSpPr>
        <p:spPr>
          <a:xfrm>
            <a:off x="4654455" y="2416150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73" name="TextBox 172"/>
          <p:cNvSpPr txBox="1"/>
          <p:nvPr/>
        </p:nvSpPr>
        <p:spPr>
          <a:xfrm>
            <a:off x="4600226" y="2416146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65635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74" name="직사각형 173"/>
          <p:cNvSpPr>
            <a:spLocks noChangeAspect="1"/>
          </p:cNvSpPr>
          <p:nvPr/>
        </p:nvSpPr>
        <p:spPr>
          <a:xfrm>
            <a:off x="6461881" y="688372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75" name="TextBox 174"/>
          <p:cNvSpPr txBox="1"/>
          <p:nvPr/>
        </p:nvSpPr>
        <p:spPr>
          <a:xfrm>
            <a:off x="6407652" y="688368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7</a:t>
            </a:r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5611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76" name="직사각형 175"/>
          <p:cNvSpPr>
            <a:spLocks noChangeAspect="1"/>
          </p:cNvSpPr>
          <p:nvPr/>
        </p:nvSpPr>
        <p:spPr>
          <a:xfrm>
            <a:off x="7325881" y="688372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77" name="TextBox 176"/>
          <p:cNvSpPr txBox="1"/>
          <p:nvPr/>
        </p:nvSpPr>
        <p:spPr>
          <a:xfrm>
            <a:off x="7271652" y="688368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7</a:t>
            </a:r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5612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78" name="직사각형 177"/>
          <p:cNvSpPr>
            <a:spLocks noChangeAspect="1"/>
          </p:cNvSpPr>
          <p:nvPr/>
        </p:nvSpPr>
        <p:spPr>
          <a:xfrm>
            <a:off x="8189880" y="688372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79" name="TextBox 178"/>
          <p:cNvSpPr txBox="1"/>
          <p:nvPr/>
        </p:nvSpPr>
        <p:spPr>
          <a:xfrm>
            <a:off x="8135651" y="688368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7</a:t>
            </a:r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5613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80" name="직사각형 179"/>
          <p:cNvSpPr>
            <a:spLocks noChangeAspect="1"/>
          </p:cNvSpPr>
          <p:nvPr/>
        </p:nvSpPr>
        <p:spPr>
          <a:xfrm>
            <a:off x="9053880" y="688372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81" name="TextBox 180"/>
          <p:cNvSpPr txBox="1"/>
          <p:nvPr/>
        </p:nvSpPr>
        <p:spPr>
          <a:xfrm>
            <a:off x="8999651" y="688368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7</a:t>
            </a:r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5614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82" name="직사각형 181"/>
          <p:cNvSpPr>
            <a:spLocks noChangeAspect="1"/>
          </p:cNvSpPr>
          <p:nvPr/>
        </p:nvSpPr>
        <p:spPr>
          <a:xfrm>
            <a:off x="9917879" y="688372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83" name="TextBox 182"/>
          <p:cNvSpPr txBox="1"/>
          <p:nvPr/>
        </p:nvSpPr>
        <p:spPr>
          <a:xfrm>
            <a:off x="9863650" y="688368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7</a:t>
            </a:r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5615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84" name="직사각형 183"/>
          <p:cNvSpPr>
            <a:spLocks noChangeAspect="1"/>
          </p:cNvSpPr>
          <p:nvPr/>
        </p:nvSpPr>
        <p:spPr>
          <a:xfrm>
            <a:off x="6461881" y="1552263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85" name="TextBox 184"/>
          <p:cNvSpPr txBox="1"/>
          <p:nvPr/>
        </p:nvSpPr>
        <p:spPr>
          <a:xfrm>
            <a:off x="6407652" y="1552259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7</a:t>
            </a:r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5621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86" name="직사각형 185"/>
          <p:cNvSpPr>
            <a:spLocks noChangeAspect="1"/>
          </p:cNvSpPr>
          <p:nvPr/>
        </p:nvSpPr>
        <p:spPr>
          <a:xfrm>
            <a:off x="7325881" y="1552263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87" name="TextBox 186"/>
          <p:cNvSpPr txBox="1"/>
          <p:nvPr/>
        </p:nvSpPr>
        <p:spPr>
          <a:xfrm>
            <a:off x="7271652" y="1552259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7</a:t>
            </a:r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5622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88" name="직사각형 187"/>
          <p:cNvSpPr>
            <a:spLocks noChangeAspect="1"/>
          </p:cNvSpPr>
          <p:nvPr/>
        </p:nvSpPr>
        <p:spPr>
          <a:xfrm>
            <a:off x="8189880" y="1552263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89" name="TextBox 188"/>
          <p:cNvSpPr txBox="1"/>
          <p:nvPr/>
        </p:nvSpPr>
        <p:spPr>
          <a:xfrm>
            <a:off x="8135651" y="1552259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7</a:t>
            </a:r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5623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90" name="직사각형 189"/>
          <p:cNvSpPr>
            <a:spLocks noChangeAspect="1"/>
          </p:cNvSpPr>
          <p:nvPr/>
        </p:nvSpPr>
        <p:spPr>
          <a:xfrm>
            <a:off x="9053880" y="1552263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91" name="TextBox 190"/>
          <p:cNvSpPr txBox="1"/>
          <p:nvPr/>
        </p:nvSpPr>
        <p:spPr>
          <a:xfrm>
            <a:off x="8999651" y="1552259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7</a:t>
            </a:r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5624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92" name="직사각형 191"/>
          <p:cNvSpPr>
            <a:spLocks noChangeAspect="1"/>
          </p:cNvSpPr>
          <p:nvPr/>
        </p:nvSpPr>
        <p:spPr>
          <a:xfrm>
            <a:off x="9917879" y="1552263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93" name="TextBox 192"/>
          <p:cNvSpPr txBox="1"/>
          <p:nvPr/>
        </p:nvSpPr>
        <p:spPr>
          <a:xfrm>
            <a:off x="9863650" y="1552259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7</a:t>
            </a:r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5625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94" name="직사각형 193"/>
          <p:cNvSpPr>
            <a:spLocks noChangeAspect="1"/>
          </p:cNvSpPr>
          <p:nvPr/>
        </p:nvSpPr>
        <p:spPr>
          <a:xfrm>
            <a:off x="6461881" y="2416150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95" name="TextBox 194"/>
          <p:cNvSpPr txBox="1"/>
          <p:nvPr/>
        </p:nvSpPr>
        <p:spPr>
          <a:xfrm>
            <a:off x="6407652" y="2416146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7</a:t>
            </a:r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5631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96" name="직사각형 195"/>
          <p:cNvSpPr>
            <a:spLocks noChangeAspect="1"/>
          </p:cNvSpPr>
          <p:nvPr/>
        </p:nvSpPr>
        <p:spPr>
          <a:xfrm>
            <a:off x="7325881" y="2416150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97" name="TextBox 196"/>
          <p:cNvSpPr txBox="1"/>
          <p:nvPr/>
        </p:nvSpPr>
        <p:spPr>
          <a:xfrm>
            <a:off x="7271652" y="2416146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7</a:t>
            </a:r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5632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98" name="직사각형 197"/>
          <p:cNvSpPr>
            <a:spLocks noChangeAspect="1"/>
          </p:cNvSpPr>
          <p:nvPr/>
        </p:nvSpPr>
        <p:spPr>
          <a:xfrm>
            <a:off x="8189880" y="2416150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99" name="TextBox 198"/>
          <p:cNvSpPr txBox="1"/>
          <p:nvPr/>
        </p:nvSpPr>
        <p:spPr>
          <a:xfrm>
            <a:off x="8135651" y="2416146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7</a:t>
            </a:r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5633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200" name="직사각형 199"/>
          <p:cNvSpPr>
            <a:spLocks noChangeAspect="1"/>
          </p:cNvSpPr>
          <p:nvPr/>
        </p:nvSpPr>
        <p:spPr>
          <a:xfrm>
            <a:off x="9053880" y="2416150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01" name="TextBox 200"/>
          <p:cNvSpPr txBox="1"/>
          <p:nvPr/>
        </p:nvSpPr>
        <p:spPr>
          <a:xfrm>
            <a:off x="8999651" y="2416146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7</a:t>
            </a:r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5634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202" name="직사각형 201"/>
          <p:cNvSpPr>
            <a:spLocks noChangeAspect="1"/>
          </p:cNvSpPr>
          <p:nvPr/>
        </p:nvSpPr>
        <p:spPr>
          <a:xfrm>
            <a:off x="9917879" y="2416150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03" name="TextBox 202"/>
          <p:cNvSpPr txBox="1"/>
          <p:nvPr/>
        </p:nvSpPr>
        <p:spPr>
          <a:xfrm>
            <a:off x="9863650" y="2416146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7</a:t>
            </a:r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5635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204" name="직사각형 203"/>
          <p:cNvSpPr/>
          <p:nvPr/>
        </p:nvSpPr>
        <p:spPr>
          <a:xfrm>
            <a:off x="3934455" y="1026918"/>
            <a:ext cx="576000" cy="432000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 smtClean="0">
                <a:solidFill>
                  <a:schemeClr val="tx1"/>
                </a:solidFill>
              </a:rPr>
              <a:t>10</a:t>
            </a:r>
            <a:endParaRPr lang="ko-KR" altLang="en-US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3180300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0" name="그룹 59"/>
          <p:cNvGrpSpPr/>
          <p:nvPr/>
        </p:nvGrpSpPr>
        <p:grpSpPr>
          <a:xfrm>
            <a:off x="-956311" y="-477208"/>
            <a:ext cx="16977739" cy="4430690"/>
            <a:chOff x="-956311" y="-477208"/>
            <a:chExt cx="16977739" cy="4430690"/>
          </a:xfrm>
        </p:grpSpPr>
        <p:sp>
          <p:nvSpPr>
            <p:cNvPr id="63" name="TextBox 62"/>
            <p:cNvSpPr txBox="1"/>
            <p:nvPr/>
          </p:nvSpPr>
          <p:spPr>
            <a:xfrm>
              <a:off x="253304" y="2047038"/>
              <a:ext cx="1715534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altLang="ko-KR" sz="2000" dirty="0" smtClean="0"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4. </a:t>
              </a:r>
              <a:r>
                <a:rPr lang="ko-KR" altLang="en-US" sz="2000" dirty="0" smtClean="0"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데이터 할당</a:t>
              </a:r>
              <a:endParaRPr lang="ko-KR" altLang="en-US" sz="2000" dirty="0">
                <a:latin typeface="나눔스퀘어 Bold" panose="020B0600000101010101" pitchFamily="50" charset="-127"/>
                <a:ea typeface="나눔스퀘어 Bold" panose="020B0600000101010101" pitchFamily="50" charset="-127"/>
              </a:endParaRPr>
            </a:p>
          </p:txBody>
        </p:sp>
        <p:sp>
          <p:nvSpPr>
            <p:cNvPr id="23" name="모서리가 둥근 직사각형 22"/>
            <p:cNvSpPr/>
            <p:nvPr/>
          </p:nvSpPr>
          <p:spPr>
            <a:xfrm>
              <a:off x="-956311" y="893482"/>
              <a:ext cx="5400000" cy="900000"/>
            </a:xfrm>
            <a:prstGeom prst="roundRect">
              <a:avLst/>
            </a:prstGeom>
            <a:solidFill>
              <a:schemeClr val="bg2">
                <a:lumMod val="9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sz="2000" dirty="0">
                  <a:solidFill>
                    <a:schemeClr val="tx1"/>
                  </a:solidFill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d</a:t>
              </a:r>
              <a:r>
                <a:rPr lang="en-US" altLang="ko-KR" sz="2000" dirty="0" smtClean="0">
                  <a:solidFill>
                    <a:schemeClr val="tx1"/>
                  </a:solidFill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ouble</a:t>
              </a:r>
              <a:r>
                <a:rPr lang="ko-KR" altLang="en-US" sz="2000" dirty="0" smtClean="0">
                  <a:solidFill>
                    <a:schemeClr val="tx1"/>
                  </a:solidFill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 </a:t>
              </a:r>
              <a:r>
                <a:rPr lang="en-US" altLang="ko-KR" sz="2000" dirty="0" smtClean="0">
                  <a:solidFill>
                    <a:schemeClr val="tx1"/>
                  </a:solidFill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result = </a:t>
              </a:r>
              <a:r>
                <a:rPr lang="en-US" altLang="ko-KR" sz="2000" dirty="0" err="1" smtClean="0">
                  <a:solidFill>
                    <a:schemeClr val="tx1"/>
                  </a:solidFill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car.goForward</a:t>
              </a:r>
              <a:r>
                <a:rPr lang="en-US" altLang="ko-KR" sz="2000" dirty="0" smtClean="0">
                  <a:solidFill>
                    <a:schemeClr val="tx1"/>
                  </a:solidFill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(30, 2);</a:t>
              </a:r>
              <a:endParaRPr lang="ko-KR" altLang="en-US" sz="2000" dirty="0">
                <a:solidFill>
                  <a:schemeClr val="tx1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endParaRPr>
            </a:p>
          </p:txBody>
        </p:sp>
        <p:sp>
          <p:nvSpPr>
            <p:cNvPr id="69" name="모서리가 둥근 직사각형 68"/>
            <p:cNvSpPr/>
            <p:nvPr/>
          </p:nvSpPr>
          <p:spPr>
            <a:xfrm>
              <a:off x="7381428" y="893482"/>
              <a:ext cx="8640000" cy="3060000"/>
            </a:xfrm>
            <a:prstGeom prst="roundRect">
              <a:avLst/>
            </a:prstGeom>
            <a:solidFill>
              <a:schemeClr val="bg2">
                <a:lumMod val="9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lang="en-US" altLang="ko-KR" sz="2000" dirty="0" smtClean="0">
                  <a:solidFill>
                    <a:schemeClr val="tx1"/>
                  </a:solidFill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    // </a:t>
              </a:r>
              <a:r>
                <a:rPr lang="ko-KR" altLang="en-US" sz="2000" dirty="0" smtClean="0">
                  <a:solidFill>
                    <a:schemeClr val="tx1"/>
                  </a:solidFill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전진 기능</a:t>
              </a:r>
              <a:endParaRPr lang="en-US" altLang="ko-KR" sz="2000" dirty="0" smtClean="0">
                <a:solidFill>
                  <a:schemeClr val="tx1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endParaRPr>
            </a:p>
            <a:p>
              <a:r>
                <a:rPr lang="en-US" altLang="ko-KR" sz="2000" dirty="0" smtClean="0">
                  <a:solidFill>
                    <a:schemeClr val="tx1"/>
                  </a:solidFill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    public double </a:t>
              </a:r>
              <a:r>
                <a:rPr lang="en-US" altLang="ko-KR" sz="2000" dirty="0" err="1" smtClean="0">
                  <a:solidFill>
                    <a:schemeClr val="tx1"/>
                  </a:solidFill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goForward</a:t>
              </a:r>
              <a:r>
                <a:rPr lang="en-US" altLang="ko-KR" sz="2000" dirty="0" smtClean="0">
                  <a:solidFill>
                    <a:schemeClr val="tx1"/>
                  </a:solidFill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(</a:t>
              </a:r>
              <a:r>
                <a:rPr lang="en-US" altLang="ko-KR" sz="2000" dirty="0" err="1" smtClean="0">
                  <a:solidFill>
                    <a:schemeClr val="tx1"/>
                  </a:solidFill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int</a:t>
              </a:r>
              <a:r>
                <a:rPr lang="en-US" altLang="ko-KR" sz="2000" dirty="0" smtClean="0">
                  <a:solidFill>
                    <a:schemeClr val="tx1"/>
                  </a:solidFill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 speed, </a:t>
              </a:r>
              <a:r>
                <a:rPr lang="en-US" altLang="ko-KR" sz="2000" dirty="0" err="1" smtClean="0">
                  <a:solidFill>
                    <a:schemeClr val="tx1"/>
                  </a:solidFill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int</a:t>
              </a:r>
              <a:r>
                <a:rPr lang="en-US" altLang="ko-KR" sz="2000" dirty="0" smtClean="0">
                  <a:solidFill>
                    <a:schemeClr val="tx1"/>
                  </a:solidFill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 hour) {</a:t>
              </a:r>
            </a:p>
            <a:p>
              <a:r>
                <a:rPr lang="en-US" altLang="ko-KR" sz="2000" dirty="0" smtClean="0">
                  <a:solidFill>
                    <a:schemeClr val="tx1"/>
                  </a:solidFill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        </a:t>
              </a:r>
              <a:r>
                <a:rPr lang="en-US" altLang="ko-KR" sz="2000" dirty="0" err="1" smtClean="0">
                  <a:solidFill>
                    <a:schemeClr val="tx1"/>
                  </a:solidFill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System.out.println</a:t>
              </a:r>
              <a:r>
                <a:rPr lang="en-US" altLang="ko-KR" sz="2000" dirty="0" smtClean="0">
                  <a:solidFill>
                    <a:schemeClr val="tx1"/>
                  </a:solidFill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(speed + “km/h</a:t>
              </a:r>
              <a:r>
                <a:rPr lang="ko-KR" altLang="en-US" sz="2000" dirty="0" smtClean="0">
                  <a:solidFill>
                    <a:schemeClr val="tx1"/>
                  </a:solidFill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로 </a:t>
              </a:r>
              <a:r>
                <a:rPr lang="en-US" altLang="ko-KR" sz="2000" dirty="0" smtClean="0">
                  <a:solidFill>
                    <a:schemeClr val="tx1"/>
                  </a:solidFill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” + hour + “</a:t>
              </a:r>
              <a:r>
                <a:rPr lang="ko-KR" altLang="en-US" sz="2000" dirty="0" smtClean="0">
                  <a:solidFill>
                    <a:schemeClr val="tx1"/>
                  </a:solidFill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시간 동안 전진</a:t>
              </a:r>
              <a:r>
                <a:rPr lang="en-US" altLang="ko-KR" sz="2000" dirty="0" smtClean="0">
                  <a:solidFill>
                    <a:schemeClr val="tx1"/>
                  </a:solidFill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”);</a:t>
              </a:r>
            </a:p>
            <a:p>
              <a:endParaRPr lang="en-US" altLang="ko-KR" sz="2000" dirty="0" smtClean="0">
                <a:solidFill>
                  <a:schemeClr val="tx1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endParaRPr>
            </a:p>
            <a:p>
              <a:r>
                <a:rPr lang="en-US" altLang="ko-KR" sz="2000" dirty="0" smtClean="0">
                  <a:solidFill>
                    <a:schemeClr val="tx1"/>
                  </a:solidFill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        double</a:t>
              </a:r>
              <a:r>
                <a:rPr lang="ko-KR" altLang="en-US" sz="2000" dirty="0" smtClean="0">
                  <a:solidFill>
                    <a:schemeClr val="tx1"/>
                  </a:solidFill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 </a:t>
              </a:r>
              <a:r>
                <a:rPr lang="en-US" altLang="ko-KR" sz="2000" dirty="0" smtClean="0">
                  <a:solidFill>
                    <a:schemeClr val="tx1"/>
                  </a:solidFill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distance = speed * hour;</a:t>
              </a:r>
            </a:p>
            <a:p>
              <a:endParaRPr lang="en-US" altLang="ko-KR" sz="2000" dirty="0">
                <a:solidFill>
                  <a:schemeClr val="tx1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endParaRPr>
            </a:p>
            <a:p>
              <a:r>
                <a:rPr lang="en-US" altLang="ko-KR" sz="2000" dirty="0" smtClean="0">
                  <a:solidFill>
                    <a:schemeClr val="tx1"/>
                  </a:solidFill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        return distance;</a:t>
              </a:r>
            </a:p>
            <a:p>
              <a:r>
                <a:rPr lang="en-US" altLang="ko-KR" sz="2000" dirty="0" smtClean="0">
                  <a:solidFill>
                    <a:schemeClr val="tx1"/>
                  </a:solidFill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    }</a:t>
              </a:r>
              <a:endParaRPr lang="ko-KR" altLang="en-US" sz="2000" dirty="0">
                <a:solidFill>
                  <a:schemeClr val="tx1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endParaRPr>
            </a:p>
          </p:txBody>
        </p:sp>
        <p:sp>
          <p:nvSpPr>
            <p:cNvPr id="54" name="원호 53"/>
            <p:cNvSpPr/>
            <p:nvPr/>
          </p:nvSpPr>
          <p:spPr>
            <a:xfrm rot="8425555">
              <a:off x="714198" y="1077027"/>
              <a:ext cx="900000" cy="900000"/>
            </a:xfrm>
            <a:prstGeom prst="arc">
              <a:avLst>
                <a:gd name="adj1" fmla="val 13530061"/>
                <a:gd name="adj2" fmla="val 1870419"/>
              </a:avLst>
            </a:prstGeom>
            <a:ln w="381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03" name="원호 102"/>
            <p:cNvSpPr/>
            <p:nvPr/>
          </p:nvSpPr>
          <p:spPr>
            <a:xfrm rot="5696533">
              <a:off x="3581734" y="-2596670"/>
              <a:ext cx="2741380" cy="6980304"/>
            </a:xfrm>
            <a:prstGeom prst="arc">
              <a:avLst>
                <a:gd name="adj1" fmla="val 17174190"/>
                <a:gd name="adj2" fmla="val 4159039"/>
              </a:avLst>
            </a:prstGeom>
            <a:ln w="381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04" name="원호 103"/>
            <p:cNvSpPr/>
            <p:nvPr/>
          </p:nvSpPr>
          <p:spPr>
            <a:xfrm rot="6264436">
              <a:off x="3629377" y="-1735580"/>
              <a:ext cx="3054061" cy="6980304"/>
            </a:xfrm>
            <a:prstGeom prst="arc">
              <a:avLst>
                <a:gd name="adj1" fmla="val 17096554"/>
                <a:gd name="adj2" fmla="val 4395978"/>
              </a:avLst>
            </a:prstGeom>
            <a:ln w="381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cxnSp>
          <p:nvCxnSpPr>
            <p:cNvPr id="56" name="직선 화살표 연결선 55"/>
            <p:cNvCxnSpPr/>
            <p:nvPr/>
          </p:nvCxnSpPr>
          <p:spPr>
            <a:xfrm>
              <a:off x="7898860" y="1983757"/>
              <a:ext cx="0" cy="1152000"/>
            </a:xfrm>
            <a:prstGeom prst="straightConnector1">
              <a:avLst/>
            </a:prstGeom>
            <a:ln w="3810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57" name="이등변 삼각형 56"/>
            <p:cNvSpPr/>
            <p:nvPr/>
          </p:nvSpPr>
          <p:spPr>
            <a:xfrm>
              <a:off x="599319" y="1462286"/>
              <a:ext cx="311285" cy="288000"/>
            </a:xfrm>
            <a:prstGeom prst="triangl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09" name="이등변 삼각형 108"/>
            <p:cNvSpPr/>
            <p:nvPr/>
          </p:nvSpPr>
          <p:spPr>
            <a:xfrm rot="18731416">
              <a:off x="1921304" y="1697677"/>
              <a:ext cx="335641" cy="230520"/>
            </a:xfrm>
            <a:prstGeom prst="triangl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11" name="이등변 삼각형 110"/>
            <p:cNvSpPr/>
            <p:nvPr/>
          </p:nvSpPr>
          <p:spPr>
            <a:xfrm rot="2868584" flipH="1">
              <a:off x="7521197" y="1791712"/>
              <a:ext cx="335641" cy="230520"/>
            </a:xfrm>
            <a:prstGeom prst="triangl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12" name="이등변 삼각형 111"/>
            <p:cNvSpPr/>
            <p:nvPr/>
          </p:nvSpPr>
          <p:spPr>
            <a:xfrm flipV="1">
              <a:off x="7743217" y="2922004"/>
              <a:ext cx="311285" cy="288000"/>
            </a:xfrm>
            <a:prstGeom prst="triangl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13" name="TextBox 112"/>
            <p:cNvSpPr txBox="1"/>
            <p:nvPr/>
          </p:nvSpPr>
          <p:spPr>
            <a:xfrm>
              <a:off x="4509159" y="1846983"/>
              <a:ext cx="1715534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altLang="ko-KR" sz="2000" dirty="0" smtClean="0"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1. </a:t>
              </a:r>
              <a:r>
                <a:rPr lang="ko-KR" altLang="en-US" sz="2000" dirty="0" smtClean="0"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메서드 호출</a:t>
              </a:r>
              <a:endParaRPr lang="ko-KR" altLang="en-US" sz="2000" dirty="0">
                <a:latin typeface="나눔스퀘어 Bold" panose="020B0600000101010101" pitchFamily="50" charset="-127"/>
                <a:ea typeface="나눔스퀘어 Bold" panose="020B0600000101010101" pitchFamily="50" charset="-127"/>
              </a:endParaRPr>
            </a:p>
          </p:txBody>
        </p:sp>
        <p:sp>
          <p:nvSpPr>
            <p:cNvPr id="115" name="TextBox 114"/>
            <p:cNvSpPr txBox="1"/>
            <p:nvPr/>
          </p:nvSpPr>
          <p:spPr>
            <a:xfrm>
              <a:off x="6217404" y="2470969"/>
              <a:ext cx="1715534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altLang="ko-KR" sz="2000" dirty="0" smtClean="0"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2. </a:t>
              </a:r>
              <a:r>
                <a:rPr lang="ko-KR" altLang="en-US" sz="2000" dirty="0" smtClean="0"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메서드 실행</a:t>
              </a:r>
              <a:endParaRPr lang="ko-KR" altLang="en-US" sz="2000" dirty="0">
                <a:latin typeface="나눔스퀘어 Bold" panose="020B0600000101010101" pitchFamily="50" charset="-127"/>
                <a:ea typeface="나눔스퀘어 Bold" panose="020B0600000101010101" pitchFamily="50" charset="-127"/>
              </a:endParaRPr>
            </a:p>
          </p:txBody>
        </p:sp>
        <p:sp>
          <p:nvSpPr>
            <p:cNvPr id="116" name="TextBox 115"/>
            <p:cNvSpPr txBox="1"/>
            <p:nvPr/>
          </p:nvSpPr>
          <p:spPr>
            <a:xfrm>
              <a:off x="4298641" y="3460399"/>
              <a:ext cx="1715534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altLang="ko-KR" sz="2000" dirty="0" smtClean="0"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3. </a:t>
              </a:r>
              <a:r>
                <a:rPr lang="ko-KR" altLang="en-US" sz="2000" dirty="0" smtClean="0"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데이터 반환</a:t>
              </a:r>
              <a:endParaRPr lang="ko-KR" altLang="en-US" sz="2000" dirty="0">
                <a:latin typeface="나눔스퀘어 Bold" panose="020B0600000101010101" pitchFamily="50" charset="-127"/>
                <a:ea typeface="나눔스퀘어 Bold" panose="020B0600000101010101" pitchFamily="50" charset="-127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55041594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그룹 6"/>
          <p:cNvGrpSpPr/>
          <p:nvPr/>
        </p:nvGrpSpPr>
        <p:grpSpPr>
          <a:xfrm>
            <a:off x="-1792239" y="516447"/>
            <a:ext cx="17346415" cy="4091166"/>
            <a:chOff x="-1792239" y="516447"/>
            <a:chExt cx="17346415" cy="4091166"/>
          </a:xfrm>
        </p:grpSpPr>
        <p:sp>
          <p:nvSpPr>
            <p:cNvPr id="6" name="TextBox 5"/>
            <p:cNvSpPr txBox="1"/>
            <p:nvPr/>
          </p:nvSpPr>
          <p:spPr>
            <a:xfrm>
              <a:off x="-1792239" y="2028273"/>
              <a:ext cx="15446857" cy="132343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ko-KR" sz="8000" dirty="0" err="1"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i</a:t>
              </a:r>
              <a:r>
                <a:rPr lang="en-US" altLang="ko-KR" sz="8000" dirty="0" err="1" smtClean="0"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nt</a:t>
              </a:r>
              <a:r>
                <a:rPr lang="en-US" altLang="ko-KR" sz="8000" dirty="0" smtClean="0"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[][][] </a:t>
              </a:r>
              <a:r>
                <a:rPr lang="en-US" altLang="ko-KR" sz="8000" dirty="0" err="1" smtClean="0"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mns</a:t>
              </a:r>
              <a:r>
                <a:rPr lang="en-US" altLang="ko-KR" sz="8000" dirty="0" smtClean="0"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 = new </a:t>
              </a:r>
              <a:r>
                <a:rPr lang="en-US" altLang="ko-KR" sz="8000" dirty="0" err="1" smtClean="0"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int</a:t>
              </a:r>
              <a:r>
                <a:rPr lang="en-US" altLang="ko-KR" sz="8000" dirty="0" smtClean="0"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[3][2][2];</a:t>
              </a:r>
              <a:endParaRPr lang="ko-KR" altLang="en-US" sz="8000" dirty="0">
                <a:latin typeface="나눔스퀘어 Bold" panose="020B0600000101010101" pitchFamily="50" charset="-127"/>
                <a:ea typeface="나눔스퀘어 Bold" panose="020B0600000101010101" pitchFamily="50" charset="-127"/>
              </a:endParaRPr>
            </a:p>
          </p:txBody>
        </p:sp>
        <p:sp>
          <p:nvSpPr>
            <p:cNvPr id="10" name="아래쪽 화살표 9"/>
            <p:cNvSpPr/>
            <p:nvPr/>
          </p:nvSpPr>
          <p:spPr>
            <a:xfrm rot="10800000">
              <a:off x="9316197" y="3171142"/>
              <a:ext cx="432000" cy="720000"/>
            </a:xfrm>
            <a:prstGeom prst="downArrow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3600"/>
            </a:p>
          </p:txBody>
        </p:sp>
        <p:sp>
          <p:nvSpPr>
            <p:cNvPr id="18" name="TextBox 17"/>
            <p:cNvSpPr txBox="1"/>
            <p:nvPr/>
          </p:nvSpPr>
          <p:spPr>
            <a:xfrm>
              <a:off x="8852863" y="772372"/>
              <a:ext cx="4198585" cy="64633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altLang="ko-KR" sz="3600" dirty="0" smtClean="0"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2</a:t>
              </a:r>
              <a:r>
                <a:rPr lang="ko-KR" altLang="en-US" sz="3600" dirty="0" smtClean="0"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차원 </a:t>
              </a:r>
              <a:r>
                <a:rPr lang="ko-KR" altLang="en-US" sz="3600" dirty="0"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배열의 길이</a:t>
              </a:r>
              <a:r>
                <a:rPr lang="en-US" altLang="ko-KR" sz="3600" dirty="0"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: </a:t>
              </a:r>
              <a:r>
                <a:rPr lang="en-US" altLang="ko-KR" sz="3600" dirty="0" smtClean="0"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2</a:t>
              </a:r>
              <a:endParaRPr lang="ko-KR" altLang="en-US" sz="3600" dirty="0">
                <a:latin typeface="나눔스퀘어 Bold" panose="020B0600000101010101" pitchFamily="50" charset="-127"/>
                <a:ea typeface="나눔스퀘어 Bold" panose="020B0600000101010101" pitchFamily="50" charset="-127"/>
              </a:endParaRPr>
            </a:p>
          </p:txBody>
        </p:sp>
        <p:sp>
          <p:nvSpPr>
            <p:cNvPr id="19" name="아래쪽 화살표 18"/>
            <p:cNvSpPr/>
            <p:nvPr/>
          </p:nvSpPr>
          <p:spPr>
            <a:xfrm>
              <a:off x="10736154" y="1418703"/>
              <a:ext cx="432000" cy="720000"/>
            </a:xfrm>
            <a:prstGeom prst="downArrow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3600"/>
            </a:p>
          </p:txBody>
        </p:sp>
        <p:sp>
          <p:nvSpPr>
            <p:cNvPr id="26" name="TextBox 25"/>
            <p:cNvSpPr txBox="1"/>
            <p:nvPr/>
          </p:nvSpPr>
          <p:spPr>
            <a:xfrm>
              <a:off x="-376688" y="516447"/>
              <a:ext cx="2262158" cy="64633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altLang="ko-KR" sz="3600" dirty="0"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3</a:t>
              </a:r>
              <a:r>
                <a:rPr lang="ko-KR" altLang="en-US" sz="3600" dirty="0" smtClean="0"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차원 배열</a:t>
              </a:r>
              <a:endParaRPr lang="ko-KR" altLang="en-US" sz="3600" dirty="0">
                <a:latin typeface="나눔스퀘어 Bold" panose="020B0600000101010101" pitchFamily="50" charset="-127"/>
                <a:ea typeface="나눔스퀘어 Bold" panose="020B0600000101010101" pitchFamily="50" charset="-127"/>
              </a:endParaRPr>
            </a:p>
          </p:txBody>
        </p:sp>
        <p:sp>
          <p:nvSpPr>
            <p:cNvPr id="35" name="아래쪽 화살표 34"/>
            <p:cNvSpPr/>
            <p:nvPr/>
          </p:nvSpPr>
          <p:spPr>
            <a:xfrm>
              <a:off x="538386" y="1162778"/>
              <a:ext cx="432000" cy="720000"/>
            </a:xfrm>
            <a:prstGeom prst="downArrow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3600" dirty="0"/>
            </a:p>
          </p:txBody>
        </p:sp>
        <p:sp>
          <p:nvSpPr>
            <p:cNvPr id="37" name="TextBox 36"/>
            <p:cNvSpPr txBox="1"/>
            <p:nvPr/>
          </p:nvSpPr>
          <p:spPr>
            <a:xfrm>
              <a:off x="6164545" y="3894041"/>
              <a:ext cx="4198585" cy="64633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altLang="ko-KR" sz="3600" dirty="0" smtClean="0"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1</a:t>
              </a:r>
              <a:r>
                <a:rPr lang="ko-KR" altLang="en-US" sz="3600" dirty="0" smtClean="0"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차원 배열의 길이</a:t>
              </a:r>
              <a:r>
                <a:rPr lang="en-US" altLang="ko-KR" sz="3600" dirty="0" smtClean="0"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: 3</a:t>
              </a:r>
              <a:endParaRPr lang="ko-KR" altLang="en-US" sz="3600" dirty="0">
                <a:latin typeface="나눔스퀘어 Bold" panose="020B0600000101010101" pitchFamily="50" charset="-127"/>
                <a:ea typeface="나눔스퀘어 Bold" panose="020B0600000101010101" pitchFamily="50" charset="-127"/>
              </a:endParaRPr>
            </a:p>
          </p:txBody>
        </p:sp>
        <p:sp>
          <p:nvSpPr>
            <p:cNvPr id="4" name="오른쪽 대괄호 3"/>
            <p:cNvSpPr/>
            <p:nvPr/>
          </p:nvSpPr>
          <p:spPr>
            <a:xfrm rot="16200000">
              <a:off x="661469" y="909374"/>
              <a:ext cx="216000" cy="2232000"/>
            </a:xfrm>
            <a:prstGeom prst="rightBracket">
              <a:avLst>
                <a:gd name="adj" fmla="val 78604"/>
              </a:avLst>
            </a:prstGeom>
            <a:ln w="381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17" name="아래쪽 화살표 16"/>
            <p:cNvSpPr/>
            <p:nvPr/>
          </p:nvSpPr>
          <p:spPr>
            <a:xfrm rot="10800000">
              <a:off x="12160114" y="3171142"/>
              <a:ext cx="432000" cy="720000"/>
            </a:xfrm>
            <a:prstGeom prst="downArrow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3600"/>
            </a:p>
          </p:txBody>
        </p:sp>
        <p:sp>
          <p:nvSpPr>
            <p:cNvPr id="20" name="TextBox 19"/>
            <p:cNvSpPr txBox="1"/>
            <p:nvPr/>
          </p:nvSpPr>
          <p:spPr>
            <a:xfrm>
              <a:off x="11355591" y="3961282"/>
              <a:ext cx="4198585" cy="64633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altLang="ko-KR" sz="3600" dirty="0"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3</a:t>
              </a:r>
              <a:r>
                <a:rPr lang="ko-KR" altLang="en-US" sz="3600" dirty="0" smtClean="0"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차원 배열의 길이</a:t>
              </a:r>
              <a:r>
                <a:rPr lang="en-US" altLang="ko-KR" sz="3600" dirty="0" smtClean="0"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: 2</a:t>
              </a:r>
              <a:endParaRPr lang="ko-KR" altLang="en-US" sz="3600" dirty="0">
                <a:latin typeface="나눔스퀘어 Bold" panose="020B0600000101010101" pitchFamily="50" charset="-127"/>
                <a:ea typeface="나눔스퀘어 Bold" panose="020B0600000101010101" pitchFamily="50" charset="-127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167921182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890</TotalTime>
  <Words>218</Words>
  <Application>Microsoft Office PowerPoint</Application>
  <PresentationFormat>와이드스크린</PresentationFormat>
  <Paragraphs>110</Paragraphs>
  <Slides>5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3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5</vt:i4>
      </vt:variant>
    </vt:vector>
  </HeadingPairs>
  <TitlesOfParts>
    <vt:vector size="9" baseType="lpstr">
      <vt:lpstr>나눔스퀘어 Bold</vt:lpstr>
      <vt:lpstr>맑은 고딕</vt:lpstr>
      <vt:lpstr>Arial</vt:lpstr>
      <vt:lpstr>Office 테마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프레젠테이션</dc:title>
  <dc:creator>DW</dc:creator>
  <cp:lastModifiedBy>DW</cp:lastModifiedBy>
  <cp:revision>80</cp:revision>
  <dcterms:created xsi:type="dcterms:W3CDTF">2026-08-04T06:26:42Z</dcterms:created>
  <dcterms:modified xsi:type="dcterms:W3CDTF">2026-08-12T08:24:04Z</dcterms:modified>
</cp:coreProperties>
</file>