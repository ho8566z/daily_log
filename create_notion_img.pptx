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6828" autoAdjust="0"/>
    <p:restoredTop sz="94660"/>
  </p:normalViewPr>
  <p:slideViewPr>
    <p:cSldViewPr snapToGrid="0">
      <p:cViewPr varScale="1">
        <p:scale>
          <a:sx n="44" d="100"/>
          <a:sy n="44" d="100"/>
        </p:scale>
        <p:origin x="66" y="1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직사각형 59"/>
          <p:cNvSpPr>
            <a:spLocks noChangeAspect="1"/>
          </p:cNvSpPr>
          <p:nvPr/>
        </p:nvSpPr>
        <p:spPr>
          <a:xfrm>
            <a:off x="364973" y="631372"/>
            <a:ext cx="900000" cy="9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/>
          <p:cNvSpPr>
            <a:spLocks noChangeAspect="1"/>
          </p:cNvSpPr>
          <p:nvPr/>
        </p:nvSpPr>
        <p:spPr>
          <a:xfrm>
            <a:off x="1264973" y="631372"/>
            <a:ext cx="900000" cy="9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/>
          <p:cNvSpPr>
            <a:spLocks noChangeAspect="1"/>
          </p:cNvSpPr>
          <p:nvPr/>
        </p:nvSpPr>
        <p:spPr>
          <a:xfrm>
            <a:off x="2164973" y="631372"/>
            <a:ext cx="900000" cy="9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직사각형 92"/>
          <p:cNvSpPr>
            <a:spLocks noChangeAspect="1"/>
          </p:cNvSpPr>
          <p:nvPr/>
        </p:nvSpPr>
        <p:spPr>
          <a:xfrm>
            <a:off x="3064973" y="631372"/>
            <a:ext cx="900000" cy="9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직사각형 104"/>
          <p:cNvSpPr>
            <a:spLocks noChangeAspect="1"/>
          </p:cNvSpPr>
          <p:nvPr/>
        </p:nvSpPr>
        <p:spPr>
          <a:xfrm>
            <a:off x="364973" y="1531372"/>
            <a:ext cx="900000" cy="90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1264973" y="1531372"/>
            <a:ext cx="900000" cy="90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직사각형 106"/>
          <p:cNvSpPr>
            <a:spLocks noChangeAspect="1"/>
          </p:cNvSpPr>
          <p:nvPr/>
        </p:nvSpPr>
        <p:spPr>
          <a:xfrm>
            <a:off x="2164973" y="1531372"/>
            <a:ext cx="900000" cy="90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3064973" y="1531372"/>
            <a:ext cx="900000" cy="90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직사각형 108"/>
          <p:cNvSpPr>
            <a:spLocks noChangeAspect="1"/>
          </p:cNvSpPr>
          <p:nvPr/>
        </p:nvSpPr>
        <p:spPr>
          <a:xfrm>
            <a:off x="3964973" y="1531372"/>
            <a:ext cx="900000" cy="90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4864973" y="1531372"/>
            <a:ext cx="900000" cy="90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직사각형 110"/>
          <p:cNvSpPr>
            <a:spLocks noChangeAspect="1"/>
          </p:cNvSpPr>
          <p:nvPr/>
        </p:nvSpPr>
        <p:spPr>
          <a:xfrm>
            <a:off x="364973" y="4477886"/>
            <a:ext cx="900000" cy="90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1264973" y="4477886"/>
            <a:ext cx="900000" cy="90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직사각형 112"/>
          <p:cNvSpPr>
            <a:spLocks noChangeAspect="1"/>
          </p:cNvSpPr>
          <p:nvPr/>
        </p:nvSpPr>
        <p:spPr>
          <a:xfrm>
            <a:off x="2164973" y="4477886"/>
            <a:ext cx="900000" cy="90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3064973" y="4477886"/>
            <a:ext cx="900000" cy="90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직사각형 114"/>
          <p:cNvSpPr>
            <a:spLocks noChangeAspect="1"/>
          </p:cNvSpPr>
          <p:nvPr/>
        </p:nvSpPr>
        <p:spPr>
          <a:xfrm>
            <a:off x="364973" y="3577886"/>
            <a:ext cx="900000" cy="9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1264973" y="3577886"/>
            <a:ext cx="900000" cy="9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직사각형 116"/>
          <p:cNvSpPr>
            <a:spLocks noChangeAspect="1"/>
          </p:cNvSpPr>
          <p:nvPr/>
        </p:nvSpPr>
        <p:spPr>
          <a:xfrm>
            <a:off x="2164973" y="3577886"/>
            <a:ext cx="900000" cy="9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3064973" y="3577886"/>
            <a:ext cx="900000" cy="9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직사각형 118"/>
          <p:cNvSpPr>
            <a:spLocks noChangeAspect="1"/>
          </p:cNvSpPr>
          <p:nvPr/>
        </p:nvSpPr>
        <p:spPr>
          <a:xfrm>
            <a:off x="3964973" y="3577886"/>
            <a:ext cx="900000" cy="9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4864973" y="3577886"/>
            <a:ext cx="900000" cy="9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직사각형 120"/>
          <p:cNvSpPr>
            <a:spLocks noChangeAspect="1"/>
          </p:cNvSpPr>
          <p:nvPr/>
        </p:nvSpPr>
        <p:spPr>
          <a:xfrm>
            <a:off x="6286801" y="638744"/>
            <a:ext cx="900000" cy="9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7186801" y="638744"/>
            <a:ext cx="900000" cy="9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직사각형 122"/>
          <p:cNvSpPr>
            <a:spLocks noChangeAspect="1"/>
          </p:cNvSpPr>
          <p:nvPr/>
        </p:nvSpPr>
        <p:spPr>
          <a:xfrm>
            <a:off x="8086801" y="638744"/>
            <a:ext cx="900000" cy="9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8986801" y="638744"/>
            <a:ext cx="900000" cy="9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직사각형 124"/>
          <p:cNvSpPr>
            <a:spLocks noChangeAspect="1"/>
          </p:cNvSpPr>
          <p:nvPr/>
        </p:nvSpPr>
        <p:spPr>
          <a:xfrm>
            <a:off x="6286801" y="3577886"/>
            <a:ext cx="900000" cy="9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186801" y="3577886"/>
            <a:ext cx="900000" cy="9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직사각형 126"/>
          <p:cNvSpPr>
            <a:spLocks noChangeAspect="1"/>
          </p:cNvSpPr>
          <p:nvPr/>
        </p:nvSpPr>
        <p:spPr>
          <a:xfrm>
            <a:off x="8086801" y="3577886"/>
            <a:ext cx="900000" cy="9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986801" y="3577886"/>
            <a:ext cx="900000" cy="9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직사각형 128"/>
          <p:cNvSpPr>
            <a:spLocks noChangeAspect="1"/>
          </p:cNvSpPr>
          <p:nvPr/>
        </p:nvSpPr>
        <p:spPr>
          <a:xfrm>
            <a:off x="9886801" y="3577886"/>
            <a:ext cx="900000" cy="9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10786801" y="3577886"/>
            <a:ext cx="900000" cy="90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직사각형 130"/>
          <p:cNvSpPr>
            <a:spLocks noChangeAspect="1"/>
          </p:cNvSpPr>
          <p:nvPr/>
        </p:nvSpPr>
        <p:spPr>
          <a:xfrm>
            <a:off x="6286801" y="1538744"/>
            <a:ext cx="900000" cy="90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7186801" y="1538744"/>
            <a:ext cx="900000" cy="90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직사각형 132"/>
          <p:cNvSpPr>
            <a:spLocks noChangeAspect="1"/>
          </p:cNvSpPr>
          <p:nvPr/>
        </p:nvSpPr>
        <p:spPr>
          <a:xfrm>
            <a:off x="8086801" y="1538744"/>
            <a:ext cx="900000" cy="90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8986801" y="1538744"/>
            <a:ext cx="900000" cy="90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직사각형 134"/>
          <p:cNvSpPr>
            <a:spLocks noChangeAspect="1"/>
          </p:cNvSpPr>
          <p:nvPr/>
        </p:nvSpPr>
        <p:spPr>
          <a:xfrm>
            <a:off x="6286801" y="4477886"/>
            <a:ext cx="900000" cy="90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186801" y="4477886"/>
            <a:ext cx="900000" cy="90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직사각형 136"/>
          <p:cNvSpPr>
            <a:spLocks noChangeAspect="1"/>
          </p:cNvSpPr>
          <p:nvPr/>
        </p:nvSpPr>
        <p:spPr>
          <a:xfrm>
            <a:off x="8086801" y="4477886"/>
            <a:ext cx="900000" cy="90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986801" y="4477886"/>
            <a:ext cx="900000" cy="90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/>
          <p:cNvSpPr>
            <a:spLocks noChangeAspect="1"/>
          </p:cNvSpPr>
          <p:nvPr/>
        </p:nvSpPr>
        <p:spPr>
          <a:xfrm>
            <a:off x="9886801" y="4477886"/>
            <a:ext cx="900000" cy="90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10786801" y="4477886"/>
            <a:ext cx="900000" cy="90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아래쪽 화살표 140"/>
          <p:cNvSpPr/>
          <p:nvPr/>
        </p:nvSpPr>
        <p:spPr>
          <a:xfrm>
            <a:off x="2398973" y="-360000"/>
            <a:ext cx="432000" cy="72000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2" name="아래쪽 화살표 141"/>
          <p:cNvSpPr/>
          <p:nvPr/>
        </p:nvSpPr>
        <p:spPr>
          <a:xfrm rot="10800000">
            <a:off x="2398973" y="5624400"/>
            <a:ext cx="432000" cy="72000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2112271" y="-944775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 smtClean="0"/>
              <a:t>변수</a:t>
            </a:r>
            <a:endParaRPr lang="ko-KR" altLang="en-US" sz="3200" dirty="0"/>
          </a:p>
        </p:txBody>
      </p:sp>
      <p:sp>
        <p:nvSpPr>
          <p:cNvPr id="144" name="TextBox 143"/>
          <p:cNvSpPr txBox="1"/>
          <p:nvPr/>
        </p:nvSpPr>
        <p:spPr>
          <a:xfrm>
            <a:off x="1219397" y="6344400"/>
            <a:ext cx="27911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 smtClean="0"/>
              <a:t>할당된 메모리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3</Words>
  <Application>Microsoft Office PowerPoint</Application>
  <PresentationFormat>와이드스크린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5</cp:revision>
  <dcterms:created xsi:type="dcterms:W3CDTF">2026-08-04T06:26:42Z</dcterms:created>
  <dcterms:modified xsi:type="dcterms:W3CDTF">2026-08-04T08:14:28Z</dcterms:modified>
</cp:coreProperties>
</file>