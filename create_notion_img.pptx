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5367" autoAdjust="0"/>
    <p:restoredTop sz="94660"/>
  </p:normalViewPr>
  <p:slideViewPr>
    <p:cSldViewPr snapToGrid="0">
      <p:cViewPr>
        <p:scale>
          <a:sx n="66" d="100"/>
          <a:sy n="66" d="100"/>
        </p:scale>
        <p:origin x="48" y="1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그룹 39"/>
          <p:cNvGrpSpPr/>
          <p:nvPr/>
        </p:nvGrpSpPr>
        <p:grpSpPr>
          <a:xfrm>
            <a:off x="-126254" y="-685216"/>
            <a:ext cx="13015997" cy="5226736"/>
            <a:chOff x="-126254" y="-685216"/>
            <a:chExt cx="13015997" cy="5226736"/>
          </a:xfrm>
        </p:grpSpPr>
        <p:sp>
          <p:nvSpPr>
            <p:cNvPr id="6" name="TextBox 5"/>
            <p:cNvSpPr txBox="1"/>
            <p:nvPr/>
          </p:nvSpPr>
          <p:spPr>
            <a:xfrm>
              <a:off x="212875" y="518337"/>
              <a:ext cx="12676868" cy="37856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while (</a:t>
              </a:r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&gt; 10) {</a:t>
              </a:r>
            </a:p>
            <a:p>
              <a:r>
                <a:rPr lang="en-US" altLang="ko-KR" sz="60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	</a:t>
              </a:r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(“</a:t>
              </a:r>
              <a:r>
                <a:rPr lang="ko-KR" altLang="en-US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현재 </a:t>
              </a:r>
              <a:r>
                <a:rPr lang="en-US" altLang="ko-KR" sz="6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: ” + </a:t>
              </a:r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);</a:t>
              </a:r>
            </a:p>
            <a:p>
              <a:r>
                <a:rPr lang="en-US" altLang="ko-KR" sz="60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	</a:t>
              </a:r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++;</a:t>
              </a:r>
            </a:p>
            <a:p>
              <a:r>
                <a:rPr lang="en-US" altLang="ko-KR" sz="60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}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1529747" y="3172290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959045" y="-685216"/>
              <a:ext cx="14446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조건식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아래쪽 화살표 18"/>
            <p:cNvSpPr/>
            <p:nvPr/>
          </p:nvSpPr>
          <p:spPr>
            <a:xfrm>
              <a:off x="3465358" y="-38885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124362" y="195171"/>
              <a:ext cx="14446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6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실행문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126254" y="-685216"/>
              <a:ext cx="268695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while 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키워드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아래쪽 화살표 34"/>
            <p:cNvSpPr/>
            <p:nvPr/>
          </p:nvSpPr>
          <p:spPr>
            <a:xfrm>
              <a:off x="1001222" y="-38885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23434" y="3895189"/>
              <a:ext cx="14446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6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증감식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8" name="아래쪽 화살표 37"/>
            <p:cNvSpPr/>
            <p:nvPr/>
          </p:nvSpPr>
          <p:spPr>
            <a:xfrm>
              <a:off x="7630675" y="847301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73</Words>
  <Application>Microsoft Office PowerPoint</Application>
  <PresentationFormat>와이드스크린</PresentationFormat>
  <Paragraphs>69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31</cp:revision>
  <dcterms:created xsi:type="dcterms:W3CDTF">2026-08-04T06:26:42Z</dcterms:created>
  <dcterms:modified xsi:type="dcterms:W3CDTF">2026-08-06T08:17:52Z</dcterms:modified>
</cp:coreProperties>
</file>