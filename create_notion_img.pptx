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828" autoAdjust="0"/>
    <p:restoredTop sz="94660"/>
  </p:normalViewPr>
  <p:slideViewPr>
    <p:cSldViewPr snapToGrid="0">
      <p:cViewPr>
        <p:scale>
          <a:sx n="33" d="100"/>
          <a:sy n="33" d="100"/>
        </p:scale>
        <p:origin x="2408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364973" y="3931597"/>
            <a:ext cx="5400000" cy="4902578"/>
            <a:chOff x="364973" y="3931597"/>
            <a:chExt cx="5400000" cy="4902578"/>
          </a:xfrm>
        </p:grpSpPr>
        <p:sp>
          <p:nvSpPr>
            <p:cNvPr id="111" name="직사각형 110"/>
            <p:cNvSpPr>
              <a:spLocks noChangeAspect="1"/>
            </p:cNvSpPr>
            <p:nvPr/>
          </p:nvSpPr>
          <p:spPr>
            <a:xfrm>
              <a:off x="3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/>
            <p:cNvSpPr>
              <a:spLocks noChangeAspect="1"/>
            </p:cNvSpPr>
            <p:nvPr/>
          </p:nvSpPr>
          <p:spPr>
            <a:xfrm>
              <a:off x="12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/>
            <p:cNvSpPr>
              <a:spLocks noChangeAspect="1"/>
            </p:cNvSpPr>
            <p:nvPr/>
          </p:nvSpPr>
          <p:spPr>
            <a:xfrm>
              <a:off x="21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/>
            <p:cNvSpPr>
              <a:spLocks noChangeAspect="1"/>
            </p:cNvSpPr>
            <p:nvPr/>
          </p:nvSpPr>
          <p:spPr>
            <a:xfrm>
              <a:off x="30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/>
            <p:cNvSpPr>
              <a:spLocks noChangeAspect="1"/>
            </p:cNvSpPr>
            <p:nvPr/>
          </p:nvSpPr>
          <p:spPr>
            <a:xfrm>
              <a:off x="3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/>
            <p:cNvSpPr>
              <a:spLocks noChangeAspect="1"/>
            </p:cNvSpPr>
            <p:nvPr/>
          </p:nvSpPr>
          <p:spPr>
            <a:xfrm>
              <a:off x="12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/>
            <p:cNvSpPr>
              <a:spLocks noChangeAspect="1"/>
            </p:cNvSpPr>
            <p:nvPr/>
          </p:nvSpPr>
          <p:spPr>
            <a:xfrm>
              <a:off x="21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/>
            <p:cNvSpPr>
              <a:spLocks noChangeAspect="1"/>
            </p:cNvSpPr>
            <p:nvPr/>
          </p:nvSpPr>
          <p:spPr>
            <a:xfrm>
              <a:off x="30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/>
            <p:cNvSpPr>
              <a:spLocks noChangeAspect="1"/>
            </p:cNvSpPr>
            <p:nvPr/>
          </p:nvSpPr>
          <p:spPr>
            <a:xfrm>
              <a:off x="39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/>
            <p:cNvSpPr>
              <a:spLocks noChangeAspect="1"/>
            </p:cNvSpPr>
            <p:nvPr/>
          </p:nvSpPr>
          <p:spPr>
            <a:xfrm>
              <a:off x="48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아래쪽 화살표 141"/>
            <p:cNvSpPr/>
            <p:nvPr/>
          </p:nvSpPr>
          <p:spPr>
            <a:xfrm rot="10800000">
              <a:off x="2398973" y="7529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1219397" y="8249400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  <p:sp>
          <p:nvSpPr>
            <p:cNvPr id="48" name="아래쪽 화살표 47"/>
            <p:cNvSpPr/>
            <p:nvPr/>
          </p:nvSpPr>
          <p:spPr>
            <a:xfrm>
              <a:off x="2398973" y="4516372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112269" y="3931597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6286801" y="3931596"/>
            <a:ext cx="5400000" cy="4902579"/>
            <a:chOff x="6286801" y="3931596"/>
            <a:chExt cx="5400000" cy="4902579"/>
          </a:xfrm>
        </p:grpSpPr>
        <p:sp>
          <p:nvSpPr>
            <p:cNvPr id="125" name="직사각형 124"/>
            <p:cNvSpPr>
              <a:spLocks noChangeAspect="1"/>
            </p:cNvSpPr>
            <p:nvPr/>
          </p:nvSpPr>
          <p:spPr>
            <a:xfrm>
              <a:off x="62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/>
            <p:cNvSpPr>
              <a:spLocks noChangeAspect="1"/>
            </p:cNvSpPr>
            <p:nvPr/>
          </p:nvSpPr>
          <p:spPr>
            <a:xfrm>
              <a:off x="71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/>
            <p:cNvSpPr>
              <a:spLocks noChangeAspect="1"/>
            </p:cNvSpPr>
            <p:nvPr/>
          </p:nvSpPr>
          <p:spPr>
            <a:xfrm>
              <a:off x="80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/>
            <p:cNvSpPr>
              <a:spLocks noChangeAspect="1"/>
            </p:cNvSpPr>
            <p:nvPr/>
          </p:nvSpPr>
          <p:spPr>
            <a:xfrm>
              <a:off x="89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/>
            <p:cNvSpPr>
              <a:spLocks noChangeAspect="1"/>
            </p:cNvSpPr>
            <p:nvPr/>
          </p:nvSpPr>
          <p:spPr>
            <a:xfrm>
              <a:off x="98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/>
            <p:cNvSpPr>
              <a:spLocks noChangeAspect="1"/>
            </p:cNvSpPr>
            <p:nvPr/>
          </p:nvSpPr>
          <p:spPr>
            <a:xfrm>
              <a:off x="107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/>
            <p:cNvSpPr>
              <a:spLocks noChangeAspect="1"/>
            </p:cNvSpPr>
            <p:nvPr/>
          </p:nvSpPr>
          <p:spPr>
            <a:xfrm>
              <a:off x="62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/>
            <p:cNvSpPr>
              <a:spLocks noChangeAspect="1"/>
            </p:cNvSpPr>
            <p:nvPr/>
          </p:nvSpPr>
          <p:spPr>
            <a:xfrm>
              <a:off x="71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/>
            <p:cNvSpPr>
              <a:spLocks noChangeAspect="1"/>
            </p:cNvSpPr>
            <p:nvPr/>
          </p:nvSpPr>
          <p:spPr>
            <a:xfrm>
              <a:off x="80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>
              <a:spLocks noChangeAspect="1"/>
            </p:cNvSpPr>
            <p:nvPr/>
          </p:nvSpPr>
          <p:spPr>
            <a:xfrm>
              <a:off x="89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>
              <a:spLocks noChangeAspect="1"/>
            </p:cNvSpPr>
            <p:nvPr/>
          </p:nvSpPr>
          <p:spPr>
            <a:xfrm>
              <a:off x="98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직사각형 139"/>
            <p:cNvSpPr>
              <a:spLocks noChangeAspect="1"/>
            </p:cNvSpPr>
            <p:nvPr/>
          </p:nvSpPr>
          <p:spPr>
            <a:xfrm>
              <a:off x="107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아래쪽 화살표 51"/>
            <p:cNvSpPr/>
            <p:nvPr/>
          </p:nvSpPr>
          <p:spPr>
            <a:xfrm>
              <a:off x="8751244" y="4516372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아래쪽 화살표 52"/>
            <p:cNvSpPr/>
            <p:nvPr/>
          </p:nvSpPr>
          <p:spPr>
            <a:xfrm rot="10800000">
              <a:off x="8751245" y="7529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8464542" y="3931596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571668" y="8249400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814973" y="-2113175"/>
            <a:ext cx="5400000" cy="4994904"/>
            <a:chOff x="814973" y="-2113175"/>
            <a:chExt cx="5400000" cy="4994904"/>
          </a:xfrm>
        </p:grpSpPr>
        <p:sp>
          <p:nvSpPr>
            <p:cNvPr id="60" name="직사각형 59"/>
            <p:cNvSpPr>
              <a:spLocks noChangeAspect="1"/>
            </p:cNvSpPr>
            <p:nvPr/>
          </p:nvSpPr>
          <p:spPr>
            <a:xfrm>
              <a:off x="8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/>
            <p:cNvSpPr>
              <a:spLocks noChangeAspect="1"/>
            </p:cNvSpPr>
            <p:nvPr/>
          </p:nvSpPr>
          <p:spPr>
            <a:xfrm>
              <a:off x="17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/>
            <p:cNvSpPr>
              <a:spLocks noChangeAspect="1"/>
            </p:cNvSpPr>
            <p:nvPr/>
          </p:nvSpPr>
          <p:spPr>
            <a:xfrm>
              <a:off x="26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/>
            <p:cNvSpPr>
              <a:spLocks noChangeAspect="1"/>
            </p:cNvSpPr>
            <p:nvPr/>
          </p:nvSpPr>
          <p:spPr>
            <a:xfrm>
              <a:off x="35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/>
            <p:cNvSpPr>
              <a:spLocks noChangeAspect="1"/>
            </p:cNvSpPr>
            <p:nvPr/>
          </p:nvSpPr>
          <p:spPr>
            <a:xfrm>
              <a:off x="8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/>
            <p:cNvSpPr>
              <a:spLocks noChangeAspect="1"/>
            </p:cNvSpPr>
            <p:nvPr/>
          </p:nvSpPr>
          <p:spPr>
            <a:xfrm>
              <a:off x="17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/>
            <p:cNvSpPr>
              <a:spLocks noChangeAspect="1"/>
            </p:cNvSpPr>
            <p:nvPr/>
          </p:nvSpPr>
          <p:spPr>
            <a:xfrm>
              <a:off x="26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/>
            <p:cNvSpPr>
              <a:spLocks noChangeAspect="1"/>
            </p:cNvSpPr>
            <p:nvPr/>
          </p:nvSpPr>
          <p:spPr>
            <a:xfrm>
              <a:off x="35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/>
            <p:cNvSpPr>
              <a:spLocks noChangeAspect="1"/>
            </p:cNvSpPr>
            <p:nvPr/>
          </p:nvSpPr>
          <p:spPr>
            <a:xfrm>
              <a:off x="44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/>
            <p:cNvSpPr>
              <a:spLocks noChangeAspect="1"/>
            </p:cNvSpPr>
            <p:nvPr/>
          </p:nvSpPr>
          <p:spPr>
            <a:xfrm>
              <a:off x="53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아래쪽 화살표 140"/>
            <p:cNvSpPr/>
            <p:nvPr/>
          </p:nvSpPr>
          <p:spPr>
            <a:xfrm>
              <a:off x="2848973" y="-1528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562271" y="-2113175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59" name="아래쪽 화살표 58"/>
            <p:cNvSpPr/>
            <p:nvPr/>
          </p:nvSpPr>
          <p:spPr>
            <a:xfrm rot="10800000">
              <a:off x="2848973" y="1578728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669397" y="2296954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6736801" y="-2113175"/>
            <a:ext cx="3600000" cy="4992617"/>
            <a:chOff x="6736801" y="-2113175"/>
            <a:chExt cx="3600000" cy="4992617"/>
          </a:xfrm>
        </p:grpSpPr>
        <p:sp>
          <p:nvSpPr>
            <p:cNvPr id="121" name="직사각형 120"/>
            <p:cNvSpPr>
              <a:spLocks noChangeAspect="1"/>
            </p:cNvSpPr>
            <p:nvPr/>
          </p:nvSpPr>
          <p:spPr>
            <a:xfrm>
              <a:off x="6736801" y="-52965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직사각형 121"/>
            <p:cNvSpPr>
              <a:spLocks noChangeAspect="1"/>
            </p:cNvSpPr>
            <p:nvPr/>
          </p:nvSpPr>
          <p:spPr>
            <a:xfrm>
              <a:off x="7636801" y="-52965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직사각형 122"/>
            <p:cNvSpPr>
              <a:spLocks noChangeAspect="1"/>
            </p:cNvSpPr>
            <p:nvPr/>
          </p:nvSpPr>
          <p:spPr>
            <a:xfrm>
              <a:off x="8536801" y="-52965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/>
            <p:cNvSpPr>
              <a:spLocks noChangeAspect="1"/>
            </p:cNvSpPr>
            <p:nvPr/>
          </p:nvSpPr>
          <p:spPr>
            <a:xfrm>
              <a:off x="9436801" y="-52965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/>
            <p:cNvSpPr>
              <a:spLocks noChangeAspect="1"/>
            </p:cNvSpPr>
            <p:nvPr/>
          </p:nvSpPr>
          <p:spPr>
            <a:xfrm>
              <a:off x="6736801" y="370344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직사각형 131"/>
            <p:cNvSpPr>
              <a:spLocks noChangeAspect="1"/>
            </p:cNvSpPr>
            <p:nvPr/>
          </p:nvSpPr>
          <p:spPr>
            <a:xfrm>
              <a:off x="7636801" y="370344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>
              <a:spLocks noChangeAspect="1"/>
            </p:cNvSpPr>
            <p:nvPr/>
          </p:nvSpPr>
          <p:spPr>
            <a:xfrm>
              <a:off x="8536801" y="370344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직사각형 133"/>
            <p:cNvSpPr>
              <a:spLocks noChangeAspect="1"/>
            </p:cNvSpPr>
            <p:nvPr/>
          </p:nvSpPr>
          <p:spPr>
            <a:xfrm>
              <a:off x="9436801" y="370344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아래쪽 화살표 45"/>
            <p:cNvSpPr/>
            <p:nvPr/>
          </p:nvSpPr>
          <p:spPr>
            <a:xfrm>
              <a:off x="8320801" y="-1528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034099" y="-2113175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58" name="아래쪽 화살표 57"/>
            <p:cNvSpPr/>
            <p:nvPr/>
          </p:nvSpPr>
          <p:spPr>
            <a:xfrm rot="10800000">
              <a:off x="8319244" y="1578728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139669" y="2294667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12</Words>
  <Application>Microsoft Office PowerPoint</Application>
  <PresentationFormat>와이드스크린</PresentationFormat>
  <Paragraphs>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6</cp:revision>
  <dcterms:created xsi:type="dcterms:W3CDTF">2026-08-04T06:26:42Z</dcterms:created>
  <dcterms:modified xsi:type="dcterms:W3CDTF">2026-08-04T13:06:25Z</dcterms:modified>
</cp:coreProperties>
</file>