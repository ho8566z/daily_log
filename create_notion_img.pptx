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5D45"/>
    <a:srgbClr val="FFFFFF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50" d="100"/>
          <a:sy n="50" d="100"/>
        </p:scale>
        <p:origin x="27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26-08-13(Thu)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그룹 72"/>
          <p:cNvGrpSpPr/>
          <p:nvPr/>
        </p:nvGrpSpPr>
        <p:grpSpPr>
          <a:xfrm>
            <a:off x="649767" y="767507"/>
            <a:ext cx="14514212" cy="5304499"/>
            <a:chOff x="649767" y="767507"/>
            <a:chExt cx="14514212" cy="5304499"/>
          </a:xfrm>
        </p:grpSpPr>
        <p:sp>
          <p:nvSpPr>
            <p:cNvPr id="69" name="모서리가 둥근 직사각형 68"/>
            <p:cNvSpPr/>
            <p:nvPr/>
          </p:nvSpPr>
          <p:spPr>
            <a:xfrm>
              <a:off x="5210623" y="3192006"/>
              <a:ext cx="6480000" cy="2880000"/>
            </a:xfrm>
            <a:prstGeom prst="roundRect">
              <a:avLst>
                <a:gd name="adj" fmla="val 5620"/>
              </a:avLst>
            </a:prstGeom>
            <a:solidFill>
              <a:schemeClr val="bg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public </a:t>
              </a:r>
              <a:r>
                <a:rPr lang="en-US" altLang="ko-KR" sz="2000" dirty="0" err="1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oolingSystem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(String color) {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power = false;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targetTemperature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18;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dateOfManufacture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getSystemDateTime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();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this.color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color;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" name="모서리가 둥근 직사각형 1"/>
            <p:cNvSpPr/>
            <p:nvPr/>
          </p:nvSpPr>
          <p:spPr>
            <a:xfrm>
              <a:off x="5210623" y="767507"/>
              <a:ext cx="6480000" cy="2160000"/>
            </a:xfrm>
            <a:prstGeom prst="roundRect">
              <a:avLst>
                <a:gd name="adj" fmla="val 5620"/>
              </a:avLst>
            </a:prstGeom>
            <a:solidFill>
              <a:schemeClr val="bg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boolean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power;	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전원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targetTemperature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;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희망 온도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String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dateOfManufacture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;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제조일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private String color;			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색상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타원 3"/>
            <p:cNvSpPr/>
            <p:nvPr/>
          </p:nvSpPr>
          <p:spPr>
            <a:xfrm>
              <a:off x="649767" y="4130106"/>
              <a:ext cx="1080000" cy="1080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" name="직선 화살표 연결선 5"/>
            <p:cNvCxnSpPr/>
            <p:nvPr/>
          </p:nvCxnSpPr>
          <p:spPr>
            <a:xfrm>
              <a:off x="1729767" y="4670106"/>
              <a:ext cx="342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2532070" y="4262674"/>
              <a:ext cx="1560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외부 접근 가능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7" name="타원 46"/>
            <p:cNvSpPr/>
            <p:nvPr/>
          </p:nvSpPr>
          <p:spPr>
            <a:xfrm>
              <a:off x="649767" y="1322793"/>
              <a:ext cx="1080000" cy="1080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8" name="직선 화살표 연결선 47"/>
            <p:cNvCxnSpPr/>
            <p:nvPr/>
          </p:nvCxnSpPr>
          <p:spPr>
            <a:xfrm>
              <a:off x="1729767" y="1862793"/>
              <a:ext cx="342000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2427073" y="1459559"/>
              <a:ext cx="17700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외부 접근 불가능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오른쪽 중괄호 69"/>
            <p:cNvSpPr/>
            <p:nvPr/>
          </p:nvSpPr>
          <p:spPr>
            <a:xfrm>
              <a:off x="11796000" y="3897156"/>
              <a:ext cx="396000" cy="1584000"/>
            </a:xfrm>
            <a:prstGeom prst="rightBrac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2496261" y="4504490"/>
              <a:ext cx="26677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생성자를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통한 속성 초기화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1857829" y="769257"/>
            <a:ext cx="5962748" cy="5013372"/>
            <a:chOff x="1857829" y="769257"/>
            <a:chExt cx="5962748" cy="5013372"/>
          </a:xfrm>
        </p:grpSpPr>
        <p:sp>
          <p:nvSpPr>
            <p:cNvPr id="2" name="모서리가 둥근 직사각형 1"/>
            <p:cNvSpPr/>
            <p:nvPr/>
          </p:nvSpPr>
          <p:spPr>
            <a:xfrm>
              <a:off x="1857829" y="769257"/>
              <a:ext cx="3600000" cy="108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6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GrandParentsClass</a:t>
              </a:r>
              <a:endParaRPr lang="ko-KR" altLang="en-US" sz="2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7" name="모서리가 둥근 직사각형 56"/>
            <p:cNvSpPr/>
            <p:nvPr/>
          </p:nvSpPr>
          <p:spPr>
            <a:xfrm>
              <a:off x="1857829" y="2735943"/>
              <a:ext cx="3600000" cy="108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6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ParentsClass</a:t>
              </a:r>
              <a:endParaRPr lang="ko-KR" altLang="en-US" sz="2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8" name="모서리가 둥근 직사각형 57"/>
            <p:cNvSpPr/>
            <p:nvPr/>
          </p:nvSpPr>
          <p:spPr>
            <a:xfrm>
              <a:off x="1857829" y="4702629"/>
              <a:ext cx="3600000" cy="108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6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ChindClass</a:t>
              </a:r>
              <a:endParaRPr lang="ko-KR" altLang="en-US" sz="2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4" name="직선 화살표 연결선 3"/>
            <p:cNvCxnSpPr>
              <a:stCxn id="58" idx="0"/>
              <a:endCxn id="57" idx="2"/>
            </p:cNvCxnSpPr>
            <p:nvPr/>
          </p:nvCxnSpPr>
          <p:spPr>
            <a:xfrm flipV="1">
              <a:off x="3657829" y="3815943"/>
              <a:ext cx="0" cy="886686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화살표 연결선 60"/>
            <p:cNvCxnSpPr>
              <a:stCxn id="57" idx="0"/>
              <a:endCxn id="2" idx="2"/>
            </p:cNvCxnSpPr>
            <p:nvPr/>
          </p:nvCxnSpPr>
          <p:spPr>
            <a:xfrm flipV="1">
              <a:off x="3657829" y="1849257"/>
              <a:ext cx="0" cy="886686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모서리가 둥근 직사각형 9"/>
            <p:cNvSpPr/>
            <p:nvPr/>
          </p:nvSpPr>
          <p:spPr>
            <a:xfrm>
              <a:off x="5660577" y="769257"/>
              <a:ext cx="2160000" cy="108000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&amp;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기능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5660577" y="2735943"/>
              <a:ext cx="2160000" cy="108000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&amp; </a:t>
              </a:r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기능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&amp;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기능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5660577" y="4702629"/>
              <a:ext cx="2160000" cy="108000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&amp; </a:t>
              </a:r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기능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&amp; </a:t>
              </a:r>
              <a:r>
                <a:rPr lang="ko-KR" altLang="en-US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기능</a:t>
              </a:r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&amp;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속성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그룹 81"/>
          <p:cNvGrpSpPr/>
          <p:nvPr/>
        </p:nvGrpSpPr>
        <p:grpSpPr>
          <a:xfrm>
            <a:off x="1447800" y="1473200"/>
            <a:ext cx="8721500" cy="2160000"/>
            <a:chOff x="1447800" y="1473200"/>
            <a:chExt cx="8721500" cy="2160000"/>
          </a:xfrm>
        </p:grpSpPr>
        <p:sp>
          <p:nvSpPr>
            <p:cNvPr id="69" name="직사각형 68"/>
            <p:cNvSpPr/>
            <p:nvPr/>
          </p:nvSpPr>
          <p:spPr>
            <a:xfrm>
              <a:off x="4368550" y="1473200"/>
              <a:ext cx="36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 </a:t>
              </a:r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모서리가 둥근 직사각형 69"/>
            <p:cNvSpPr/>
            <p:nvPr/>
          </p:nvSpPr>
          <p:spPr>
            <a:xfrm>
              <a:off x="1447800" y="2193200"/>
              <a:ext cx="216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Singleton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8729300" y="1663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2" name="모서리가 둥근 직사각형 71"/>
            <p:cNvSpPr/>
            <p:nvPr/>
          </p:nvSpPr>
          <p:spPr>
            <a:xfrm>
              <a:off x="8729300" y="2722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9" name="오른쪽 화살표 78"/>
            <p:cNvSpPr/>
            <p:nvPr/>
          </p:nvSpPr>
          <p:spPr>
            <a:xfrm>
              <a:off x="3700175" y="23373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오른쪽 화살표 79"/>
            <p:cNvSpPr/>
            <p:nvPr/>
          </p:nvSpPr>
          <p:spPr>
            <a:xfrm flipH="1">
              <a:off x="8060925" y="1807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오른쪽 화살표 80"/>
            <p:cNvSpPr/>
            <p:nvPr/>
          </p:nvSpPr>
          <p:spPr>
            <a:xfrm flipH="1">
              <a:off x="8060925" y="2866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1054</TotalTime>
  <Words>230</Words>
  <Application>Microsoft Office PowerPoint</Application>
  <PresentationFormat>와이드스크린</PresentationFormat>
  <Paragraphs>109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91</cp:revision>
  <dcterms:created xsi:type="dcterms:W3CDTF">2026-08-04T06:26:42Z</dcterms:created>
  <dcterms:modified xsi:type="dcterms:W3CDTF">2026-08-13T13:52:00Z</dcterms:modified>
</cp:coreProperties>
</file>