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FFD9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napVertSplitter="1" vertBarState="minimized" horzBarState="maximized">
    <p:restoredLeft sz="8569" autoAdjust="0"/>
    <p:restoredTop sz="94660"/>
  </p:normalViewPr>
  <p:slideViewPr>
    <p:cSldViewPr snapToGrid="0">
      <p:cViewPr>
        <p:scale>
          <a:sx n="50" d="100"/>
          <a:sy n="50" d="100"/>
        </p:scale>
        <p:origin x="176" y="7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클릭하여 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26-08-06(Thu)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673587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26-08-06(Thu)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649670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26-08-06(Thu)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996171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26-08-06(Thu)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060156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26-08-06(Thu)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03043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26-08-06(Thu)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774975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26-08-06(Thu)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576925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26-08-06(Thu)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956665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26-08-06(Thu)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204264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26-08-06(Thu)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092555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26-08-06(Thu)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479361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237CE1A-8831-48B5-BA93-72483C6E34E8}" type="datetimeFigureOut">
              <a:rPr lang="ko-KR" altLang="en-US" smtClean="0"/>
              <a:t>26-08-06(Thu)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422006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직사각형 80"/>
          <p:cNvSpPr>
            <a:spLocks noChangeAspect="1"/>
          </p:cNvSpPr>
          <p:nvPr/>
        </p:nvSpPr>
        <p:spPr>
          <a:xfrm>
            <a:off x="1187772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3" name="TextBox 82"/>
          <p:cNvSpPr txBox="1"/>
          <p:nvPr/>
        </p:nvSpPr>
        <p:spPr>
          <a:xfrm>
            <a:off x="1133543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86" name="직사각형 85"/>
          <p:cNvSpPr>
            <a:spLocks noChangeAspect="1"/>
          </p:cNvSpPr>
          <p:nvPr/>
        </p:nvSpPr>
        <p:spPr>
          <a:xfrm>
            <a:off x="2051772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7" name="TextBox 86"/>
          <p:cNvSpPr txBox="1"/>
          <p:nvPr/>
        </p:nvSpPr>
        <p:spPr>
          <a:xfrm>
            <a:off x="1997543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88" name="직사각형 87"/>
          <p:cNvSpPr>
            <a:spLocks noChangeAspect="1"/>
          </p:cNvSpPr>
          <p:nvPr/>
        </p:nvSpPr>
        <p:spPr>
          <a:xfrm>
            <a:off x="2915771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9" name="TextBox 88"/>
          <p:cNvSpPr txBox="1"/>
          <p:nvPr/>
        </p:nvSpPr>
        <p:spPr>
          <a:xfrm>
            <a:off x="2861542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90" name="직사각형 89"/>
          <p:cNvSpPr>
            <a:spLocks noChangeAspect="1"/>
          </p:cNvSpPr>
          <p:nvPr/>
        </p:nvSpPr>
        <p:spPr>
          <a:xfrm>
            <a:off x="3779771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1" name="TextBox 90"/>
          <p:cNvSpPr txBox="1"/>
          <p:nvPr/>
        </p:nvSpPr>
        <p:spPr>
          <a:xfrm>
            <a:off x="3725542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92" name="직사각형 91"/>
          <p:cNvSpPr>
            <a:spLocks noChangeAspect="1"/>
          </p:cNvSpPr>
          <p:nvPr/>
        </p:nvSpPr>
        <p:spPr>
          <a:xfrm>
            <a:off x="4643770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3" name="TextBox 92"/>
          <p:cNvSpPr txBox="1"/>
          <p:nvPr/>
        </p:nvSpPr>
        <p:spPr>
          <a:xfrm>
            <a:off x="4589541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94" name="직사각형 93"/>
          <p:cNvSpPr>
            <a:spLocks noChangeAspect="1"/>
          </p:cNvSpPr>
          <p:nvPr/>
        </p:nvSpPr>
        <p:spPr>
          <a:xfrm>
            <a:off x="1187772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5" name="TextBox 94"/>
          <p:cNvSpPr txBox="1"/>
          <p:nvPr/>
        </p:nvSpPr>
        <p:spPr>
          <a:xfrm>
            <a:off x="1133543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96" name="직사각형 95"/>
          <p:cNvSpPr>
            <a:spLocks noChangeAspect="1"/>
          </p:cNvSpPr>
          <p:nvPr/>
        </p:nvSpPr>
        <p:spPr>
          <a:xfrm>
            <a:off x="2051772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7" name="TextBox 96"/>
          <p:cNvSpPr txBox="1"/>
          <p:nvPr/>
        </p:nvSpPr>
        <p:spPr>
          <a:xfrm>
            <a:off x="1997543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98" name="직사각형 97"/>
          <p:cNvSpPr>
            <a:spLocks noChangeAspect="1"/>
          </p:cNvSpPr>
          <p:nvPr/>
        </p:nvSpPr>
        <p:spPr>
          <a:xfrm>
            <a:off x="2915771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9" name="TextBox 98"/>
          <p:cNvSpPr txBox="1"/>
          <p:nvPr/>
        </p:nvSpPr>
        <p:spPr>
          <a:xfrm>
            <a:off x="2861542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00" name="직사각형 99"/>
          <p:cNvSpPr>
            <a:spLocks noChangeAspect="1"/>
          </p:cNvSpPr>
          <p:nvPr/>
        </p:nvSpPr>
        <p:spPr>
          <a:xfrm>
            <a:off x="3779771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1" name="TextBox 100"/>
          <p:cNvSpPr txBox="1"/>
          <p:nvPr/>
        </p:nvSpPr>
        <p:spPr>
          <a:xfrm>
            <a:off x="3725542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02" name="직사각형 101"/>
          <p:cNvSpPr>
            <a:spLocks noChangeAspect="1"/>
          </p:cNvSpPr>
          <p:nvPr/>
        </p:nvSpPr>
        <p:spPr>
          <a:xfrm>
            <a:off x="4643770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3" name="TextBox 102"/>
          <p:cNvSpPr txBox="1"/>
          <p:nvPr/>
        </p:nvSpPr>
        <p:spPr>
          <a:xfrm>
            <a:off x="4589541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04" name="직사각형 103"/>
          <p:cNvSpPr>
            <a:spLocks noChangeAspect="1"/>
          </p:cNvSpPr>
          <p:nvPr/>
        </p:nvSpPr>
        <p:spPr>
          <a:xfrm>
            <a:off x="1187772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5" name="TextBox 104"/>
          <p:cNvSpPr txBox="1"/>
          <p:nvPr/>
        </p:nvSpPr>
        <p:spPr>
          <a:xfrm>
            <a:off x="1133543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06" name="직사각형 105"/>
          <p:cNvSpPr>
            <a:spLocks noChangeAspect="1"/>
          </p:cNvSpPr>
          <p:nvPr/>
        </p:nvSpPr>
        <p:spPr>
          <a:xfrm>
            <a:off x="2051772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7" name="TextBox 106"/>
          <p:cNvSpPr txBox="1"/>
          <p:nvPr/>
        </p:nvSpPr>
        <p:spPr>
          <a:xfrm>
            <a:off x="1997543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08" name="직사각형 107"/>
          <p:cNvSpPr>
            <a:spLocks noChangeAspect="1"/>
          </p:cNvSpPr>
          <p:nvPr/>
        </p:nvSpPr>
        <p:spPr>
          <a:xfrm>
            <a:off x="2915771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9" name="TextBox 108"/>
          <p:cNvSpPr txBox="1"/>
          <p:nvPr/>
        </p:nvSpPr>
        <p:spPr>
          <a:xfrm>
            <a:off x="2861542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10" name="직사각형 109"/>
          <p:cNvSpPr>
            <a:spLocks noChangeAspect="1"/>
          </p:cNvSpPr>
          <p:nvPr/>
        </p:nvSpPr>
        <p:spPr>
          <a:xfrm>
            <a:off x="3779771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1" name="TextBox 110"/>
          <p:cNvSpPr txBox="1"/>
          <p:nvPr/>
        </p:nvSpPr>
        <p:spPr>
          <a:xfrm>
            <a:off x="3725542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12" name="직사각형 111"/>
          <p:cNvSpPr>
            <a:spLocks noChangeAspect="1"/>
          </p:cNvSpPr>
          <p:nvPr/>
        </p:nvSpPr>
        <p:spPr>
          <a:xfrm>
            <a:off x="4643770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3" name="TextBox 112"/>
          <p:cNvSpPr txBox="1"/>
          <p:nvPr/>
        </p:nvSpPr>
        <p:spPr>
          <a:xfrm>
            <a:off x="4589541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14" name="직사각형 113"/>
          <p:cNvSpPr>
            <a:spLocks noChangeAspect="1"/>
          </p:cNvSpPr>
          <p:nvPr/>
        </p:nvSpPr>
        <p:spPr>
          <a:xfrm>
            <a:off x="6451196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5" name="TextBox 114"/>
          <p:cNvSpPr txBox="1"/>
          <p:nvPr/>
        </p:nvSpPr>
        <p:spPr>
          <a:xfrm>
            <a:off x="6396967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16" name="직사각형 115"/>
          <p:cNvSpPr>
            <a:spLocks noChangeAspect="1"/>
          </p:cNvSpPr>
          <p:nvPr/>
        </p:nvSpPr>
        <p:spPr>
          <a:xfrm>
            <a:off x="7315196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7" name="TextBox 116"/>
          <p:cNvSpPr txBox="1"/>
          <p:nvPr/>
        </p:nvSpPr>
        <p:spPr>
          <a:xfrm>
            <a:off x="7260967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18" name="직사각형 117"/>
          <p:cNvSpPr>
            <a:spLocks noChangeAspect="1"/>
          </p:cNvSpPr>
          <p:nvPr/>
        </p:nvSpPr>
        <p:spPr>
          <a:xfrm>
            <a:off x="8179195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9" name="TextBox 118"/>
          <p:cNvSpPr txBox="1"/>
          <p:nvPr/>
        </p:nvSpPr>
        <p:spPr>
          <a:xfrm>
            <a:off x="8124966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20" name="직사각형 119"/>
          <p:cNvSpPr>
            <a:spLocks noChangeAspect="1"/>
          </p:cNvSpPr>
          <p:nvPr/>
        </p:nvSpPr>
        <p:spPr>
          <a:xfrm>
            <a:off x="9043195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1" name="TextBox 120"/>
          <p:cNvSpPr txBox="1"/>
          <p:nvPr/>
        </p:nvSpPr>
        <p:spPr>
          <a:xfrm>
            <a:off x="8988966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22" name="직사각형 121"/>
          <p:cNvSpPr>
            <a:spLocks noChangeAspect="1"/>
          </p:cNvSpPr>
          <p:nvPr/>
        </p:nvSpPr>
        <p:spPr>
          <a:xfrm>
            <a:off x="9907194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3" name="TextBox 122"/>
          <p:cNvSpPr txBox="1"/>
          <p:nvPr/>
        </p:nvSpPr>
        <p:spPr>
          <a:xfrm>
            <a:off x="9852965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24" name="직사각형 123"/>
          <p:cNvSpPr>
            <a:spLocks noChangeAspect="1"/>
          </p:cNvSpPr>
          <p:nvPr/>
        </p:nvSpPr>
        <p:spPr>
          <a:xfrm>
            <a:off x="6451196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5" name="TextBox 124"/>
          <p:cNvSpPr txBox="1"/>
          <p:nvPr/>
        </p:nvSpPr>
        <p:spPr>
          <a:xfrm>
            <a:off x="6396967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26" name="직사각형 125"/>
          <p:cNvSpPr>
            <a:spLocks noChangeAspect="1"/>
          </p:cNvSpPr>
          <p:nvPr/>
        </p:nvSpPr>
        <p:spPr>
          <a:xfrm>
            <a:off x="7315196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7" name="TextBox 126"/>
          <p:cNvSpPr txBox="1"/>
          <p:nvPr/>
        </p:nvSpPr>
        <p:spPr>
          <a:xfrm>
            <a:off x="7260967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28" name="직사각형 127"/>
          <p:cNvSpPr>
            <a:spLocks noChangeAspect="1"/>
          </p:cNvSpPr>
          <p:nvPr/>
        </p:nvSpPr>
        <p:spPr>
          <a:xfrm>
            <a:off x="8179195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9" name="TextBox 128"/>
          <p:cNvSpPr txBox="1"/>
          <p:nvPr/>
        </p:nvSpPr>
        <p:spPr>
          <a:xfrm>
            <a:off x="8124966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30" name="직사각형 129"/>
          <p:cNvSpPr>
            <a:spLocks noChangeAspect="1"/>
          </p:cNvSpPr>
          <p:nvPr/>
        </p:nvSpPr>
        <p:spPr>
          <a:xfrm>
            <a:off x="9043195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1" name="TextBox 130"/>
          <p:cNvSpPr txBox="1"/>
          <p:nvPr/>
        </p:nvSpPr>
        <p:spPr>
          <a:xfrm>
            <a:off x="8988966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32" name="직사각형 131"/>
          <p:cNvSpPr>
            <a:spLocks noChangeAspect="1"/>
          </p:cNvSpPr>
          <p:nvPr/>
        </p:nvSpPr>
        <p:spPr>
          <a:xfrm>
            <a:off x="9907194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3" name="TextBox 132"/>
          <p:cNvSpPr txBox="1"/>
          <p:nvPr/>
        </p:nvSpPr>
        <p:spPr>
          <a:xfrm>
            <a:off x="9852965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34" name="직사각형 133"/>
          <p:cNvSpPr>
            <a:spLocks noChangeAspect="1"/>
          </p:cNvSpPr>
          <p:nvPr/>
        </p:nvSpPr>
        <p:spPr>
          <a:xfrm>
            <a:off x="6451196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5" name="TextBox 134"/>
          <p:cNvSpPr txBox="1"/>
          <p:nvPr/>
        </p:nvSpPr>
        <p:spPr>
          <a:xfrm>
            <a:off x="6396967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36" name="직사각형 135"/>
          <p:cNvSpPr>
            <a:spLocks noChangeAspect="1"/>
          </p:cNvSpPr>
          <p:nvPr/>
        </p:nvSpPr>
        <p:spPr>
          <a:xfrm>
            <a:off x="7315196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7" name="TextBox 136"/>
          <p:cNvSpPr txBox="1"/>
          <p:nvPr/>
        </p:nvSpPr>
        <p:spPr>
          <a:xfrm>
            <a:off x="7260967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38" name="직사각형 137"/>
          <p:cNvSpPr>
            <a:spLocks noChangeAspect="1"/>
          </p:cNvSpPr>
          <p:nvPr/>
        </p:nvSpPr>
        <p:spPr>
          <a:xfrm>
            <a:off x="8179195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9" name="TextBox 138"/>
          <p:cNvSpPr txBox="1"/>
          <p:nvPr/>
        </p:nvSpPr>
        <p:spPr>
          <a:xfrm>
            <a:off x="8124966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40" name="직사각형 139"/>
          <p:cNvSpPr>
            <a:spLocks noChangeAspect="1"/>
          </p:cNvSpPr>
          <p:nvPr/>
        </p:nvSpPr>
        <p:spPr>
          <a:xfrm>
            <a:off x="9043195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1" name="TextBox 140"/>
          <p:cNvSpPr txBox="1"/>
          <p:nvPr/>
        </p:nvSpPr>
        <p:spPr>
          <a:xfrm>
            <a:off x="8988966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42" name="직사각형 141"/>
          <p:cNvSpPr>
            <a:spLocks noChangeAspect="1"/>
          </p:cNvSpPr>
          <p:nvPr/>
        </p:nvSpPr>
        <p:spPr>
          <a:xfrm>
            <a:off x="9907194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3" name="TextBox 142"/>
          <p:cNvSpPr txBox="1"/>
          <p:nvPr/>
        </p:nvSpPr>
        <p:spPr>
          <a:xfrm>
            <a:off x="9852965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44" name="직사각형 143"/>
          <p:cNvSpPr>
            <a:spLocks noChangeAspect="1"/>
          </p:cNvSpPr>
          <p:nvPr/>
        </p:nvSpPr>
        <p:spPr>
          <a:xfrm>
            <a:off x="1198457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5" name="TextBox 144"/>
          <p:cNvSpPr txBox="1"/>
          <p:nvPr/>
        </p:nvSpPr>
        <p:spPr>
          <a:xfrm>
            <a:off x="1144228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46" name="직사각형 145"/>
          <p:cNvSpPr>
            <a:spLocks noChangeAspect="1"/>
          </p:cNvSpPr>
          <p:nvPr/>
        </p:nvSpPr>
        <p:spPr>
          <a:xfrm>
            <a:off x="2062457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7" name="TextBox 146"/>
          <p:cNvSpPr txBox="1"/>
          <p:nvPr/>
        </p:nvSpPr>
        <p:spPr>
          <a:xfrm>
            <a:off x="2008228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48" name="직사각형 147"/>
          <p:cNvSpPr>
            <a:spLocks noChangeAspect="1"/>
          </p:cNvSpPr>
          <p:nvPr/>
        </p:nvSpPr>
        <p:spPr>
          <a:xfrm>
            <a:off x="2926456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9" name="TextBox 148"/>
          <p:cNvSpPr txBox="1"/>
          <p:nvPr/>
        </p:nvSpPr>
        <p:spPr>
          <a:xfrm>
            <a:off x="2872227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50" name="직사각형 149"/>
          <p:cNvSpPr>
            <a:spLocks noChangeAspect="1"/>
          </p:cNvSpPr>
          <p:nvPr/>
        </p:nvSpPr>
        <p:spPr>
          <a:xfrm>
            <a:off x="3790456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1" name="TextBox 150"/>
          <p:cNvSpPr txBox="1"/>
          <p:nvPr/>
        </p:nvSpPr>
        <p:spPr>
          <a:xfrm>
            <a:off x="3736227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52" name="직사각형 151"/>
          <p:cNvSpPr>
            <a:spLocks noChangeAspect="1"/>
          </p:cNvSpPr>
          <p:nvPr/>
        </p:nvSpPr>
        <p:spPr>
          <a:xfrm>
            <a:off x="4654455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3" name="TextBox 152"/>
          <p:cNvSpPr txBox="1"/>
          <p:nvPr/>
        </p:nvSpPr>
        <p:spPr>
          <a:xfrm>
            <a:off x="4600226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54" name="직사각형 153"/>
          <p:cNvSpPr>
            <a:spLocks noChangeAspect="1"/>
          </p:cNvSpPr>
          <p:nvPr/>
        </p:nvSpPr>
        <p:spPr>
          <a:xfrm>
            <a:off x="1198457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5" name="TextBox 154"/>
          <p:cNvSpPr txBox="1"/>
          <p:nvPr/>
        </p:nvSpPr>
        <p:spPr>
          <a:xfrm>
            <a:off x="1144228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56" name="직사각형 155"/>
          <p:cNvSpPr>
            <a:spLocks noChangeAspect="1"/>
          </p:cNvSpPr>
          <p:nvPr/>
        </p:nvSpPr>
        <p:spPr>
          <a:xfrm>
            <a:off x="2062457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7" name="TextBox 156"/>
          <p:cNvSpPr txBox="1"/>
          <p:nvPr/>
        </p:nvSpPr>
        <p:spPr>
          <a:xfrm>
            <a:off x="2008228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58" name="직사각형 157"/>
          <p:cNvSpPr>
            <a:spLocks noChangeAspect="1"/>
          </p:cNvSpPr>
          <p:nvPr/>
        </p:nvSpPr>
        <p:spPr>
          <a:xfrm>
            <a:off x="2926456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9" name="TextBox 158"/>
          <p:cNvSpPr txBox="1"/>
          <p:nvPr/>
        </p:nvSpPr>
        <p:spPr>
          <a:xfrm>
            <a:off x="2872227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60" name="직사각형 159"/>
          <p:cNvSpPr>
            <a:spLocks noChangeAspect="1"/>
          </p:cNvSpPr>
          <p:nvPr/>
        </p:nvSpPr>
        <p:spPr>
          <a:xfrm>
            <a:off x="3790456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1" name="TextBox 160"/>
          <p:cNvSpPr txBox="1"/>
          <p:nvPr/>
        </p:nvSpPr>
        <p:spPr>
          <a:xfrm>
            <a:off x="3736227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62" name="직사각형 161"/>
          <p:cNvSpPr>
            <a:spLocks noChangeAspect="1"/>
          </p:cNvSpPr>
          <p:nvPr/>
        </p:nvSpPr>
        <p:spPr>
          <a:xfrm>
            <a:off x="4654455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3" name="TextBox 162"/>
          <p:cNvSpPr txBox="1"/>
          <p:nvPr/>
        </p:nvSpPr>
        <p:spPr>
          <a:xfrm>
            <a:off x="4600226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64" name="직사각형 163"/>
          <p:cNvSpPr>
            <a:spLocks noChangeAspect="1"/>
          </p:cNvSpPr>
          <p:nvPr/>
        </p:nvSpPr>
        <p:spPr>
          <a:xfrm>
            <a:off x="1198457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5" name="TextBox 164"/>
          <p:cNvSpPr txBox="1"/>
          <p:nvPr/>
        </p:nvSpPr>
        <p:spPr>
          <a:xfrm>
            <a:off x="1144228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66" name="직사각형 165"/>
          <p:cNvSpPr>
            <a:spLocks noChangeAspect="1"/>
          </p:cNvSpPr>
          <p:nvPr/>
        </p:nvSpPr>
        <p:spPr>
          <a:xfrm>
            <a:off x="2062457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7" name="TextBox 166"/>
          <p:cNvSpPr txBox="1"/>
          <p:nvPr/>
        </p:nvSpPr>
        <p:spPr>
          <a:xfrm>
            <a:off x="2008228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68" name="직사각형 167"/>
          <p:cNvSpPr>
            <a:spLocks noChangeAspect="1"/>
          </p:cNvSpPr>
          <p:nvPr/>
        </p:nvSpPr>
        <p:spPr>
          <a:xfrm>
            <a:off x="2926456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9" name="TextBox 168"/>
          <p:cNvSpPr txBox="1"/>
          <p:nvPr/>
        </p:nvSpPr>
        <p:spPr>
          <a:xfrm>
            <a:off x="2872227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70" name="직사각형 169"/>
          <p:cNvSpPr>
            <a:spLocks noChangeAspect="1"/>
          </p:cNvSpPr>
          <p:nvPr/>
        </p:nvSpPr>
        <p:spPr>
          <a:xfrm>
            <a:off x="3790456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1" name="TextBox 170"/>
          <p:cNvSpPr txBox="1"/>
          <p:nvPr/>
        </p:nvSpPr>
        <p:spPr>
          <a:xfrm>
            <a:off x="3736227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72" name="직사각형 171"/>
          <p:cNvSpPr>
            <a:spLocks noChangeAspect="1"/>
          </p:cNvSpPr>
          <p:nvPr/>
        </p:nvSpPr>
        <p:spPr>
          <a:xfrm>
            <a:off x="4654455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3" name="TextBox 172"/>
          <p:cNvSpPr txBox="1"/>
          <p:nvPr/>
        </p:nvSpPr>
        <p:spPr>
          <a:xfrm>
            <a:off x="4600226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74" name="직사각형 173"/>
          <p:cNvSpPr>
            <a:spLocks noChangeAspect="1"/>
          </p:cNvSpPr>
          <p:nvPr/>
        </p:nvSpPr>
        <p:spPr>
          <a:xfrm>
            <a:off x="6461881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5" name="TextBox 174"/>
          <p:cNvSpPr txBox="1"/>
          <p:nvPr/>
        </p:nvSpPr>
        <p:spPr>
          <a:xfrm>
            <a:off x="6407652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76" name="직사각형 175"/>
          <p:cNvSpPr>
            <a:spLocks noChangeAspect="1"/>
          </p:cNvSpPr>
          <p:nvPr/>
        </p:nvSpPr>
        <p:spPr>
          <a:xfrm>
            <a:off x="7325881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7" name="TextBox 176"/>
          <p:cNvSpPr txBox="1"/>
          <p:nvPr/>
        </p:nvSpPr>
        <p:spPr>
          <a:xfrm>
            <a:off x="7271652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78" name="직사각형 177"/>
          <p:cNvSpPr>
            <a:spLocks noChangeAspect="1"/>
          </p:cNvSpPr>
          <p:nvPr/>
        </p:nvSpPr>
        <p:spPr>
          <a:xfrm>
            <a:off x="8189880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9" name="TextBox 178"/>
          <p:cNvSpPr txBox="1"/>
          <p:nvPr/>
        </p:nvSpPr>
        <p:spPr>
          <a:xfrm>
            <a:off x="8135651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80" name="직사각형 179"/>
          <p:cNvSpPr>
            <a:spLocks noChangeAspect="1"/>
          </p:cNvSpPr>
          <p:nvPr/>
        </p:nvSpPr>
        <p:spPr>
          <a:xfrm>
            <a:off x="9053880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1" name="TextBox 180"/>
          <p:cNvSpPr txBox="1"/>
          <p:nvPr/>
        </p:nvSpPr>
        <p:spPr>
          <a:xfrm>
            <a:off x="8999651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82" name="직사각형 181"/>
          <p:cNvSpPr>
            <a:spLocks noChangeAspect="1"/>
          </p:cNvSpPr>
          <p:nvPr/>
        </p:nvSpPr>
        <p:spPr>
          <a:xfrm>
            <a:off x="9917879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3" name="TextBox 182"/>
          <p:cNvSpPr txBox="1"/>
          <p:nvPr/>
        </p:nvSpPr>
        <p:spPr>
          <a:xfrm>
            <a:off x="9863650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84" name="직사각형 183"/>
          <p:cNvSpPr>
            <a:spLocks noChangeAspect="1"/>
          </p:cNvSpPr>
          <p:nvPr/>
        </p:nvSpPr>
        <p:spPr>
          <a:xfrm>
            <a:off x="6461881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5" name="TextBox 184"/>
          <p:cNvSpPr txBox="1"/>
          <p:nvPr/>
        </p:nvSpPr>
        <p:spPr>
          <a:xfrm>
            <a:off x="6407652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86" name="직사각형 185"/>
          <p:cNvSpPr>
            <a:spLocks noChangeAspect="1"/>
          </p:cNvSpPr>
          <p:nvPr/>
        </p:nvSpPr>
        <p:spPr>
          <a:xfrm>
            <a:off x="7325881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7" name="TextBox 186"/>
          <p:cNvSpPr txBox="1"/>
          <p:nvPr/>
        </p:nvSpPr>
        <p:spPr>
          <a:xfrm>
            <a:off x="7271652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88" name="직사각형 187"/>
          <p:cNvSpPr>
            <a:spLocks noChangeAspect="1"/>
          </p:cNvSpPr>
          <p:nvPr/>
        </p:nvSpPr>
        <p:spPr>
          <a:xfrm>
            <a:off x="8189880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9" name="TextBox 188"/>
          <p:cNvSpPr txBox="1"/>
          <p:nvPr/>
        </p:nvSpPr>
        <p:spPr>
          <a:xfrm>
            <a:off x="8135651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90" name="직사각형 189"/>
          <p:cNvSpPr>
            <a:spLocks noChangeAspect="1"/>
          </p:cNvSpPr>
          <p:nvPr/>
        </p:nvSpPr>
        <p:spPr>
          <a:xfrm>
            <a:off x="9053880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1" name="TextBox 190"/>
          <p:cNvSpPr txBox="1"/>
          <p:nvPr/>
        </p:nvSpPr>
        <p:spPr>
          <a:xfrm>
            <a:off x="8999651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92" name="직사각형 191"/>
          <p:cNvSpPr>
            <a:spLocks noChangeAspect="1"/>
          </p:cNvSpPr>
          <p:nvPr/>
        </p:nvSpPr>
        <p:spPr>
          <a:xfrm>
            <a:off x="9917879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3" name="TextBox 192"/>
          <p:cNvSpPr txBox="1"/>
          <p:nvPr/>
        </p:nvSpPr>
        <p:spPr>
          <a:xfrm>
            <a:off x="9863650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94" name="직사각형 193"/>
          <p:cNvSpPr>
            <a:spLocks noChangeAspect="1"/>
          </p:cNvSpPr>
          <p:nvPr/>
        </p:nvSpPr>
        <p:spPr>
          <a:xfrm>
            <a:off x="6461881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5" name="TextBox 194"/>
          <p:cNvSpPr txBox="1"/>
          <p:nvPr/>
        </p:nvSpPr>
        <p:spPr>
          <a:xfrm>
            <a:off x="6407652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96" name="직사각형 195"/>
          <p:cNvSpPr>
            <a:spLocks noChangeAspect="1"/>
          </p:cNvSpPr>
          <p:nvPr/>
        </p:nvSpPr>
        <p:spPr>
          <a:xfrm>
            <a:off x="7325881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7" name="TextBox 196"/>
          <p:cNvSpPr txBox="1"/>
          <p:nvPr/>
        </p:nvSpPr>
        <p:spPr>
          <a:xfrm>
            <a:off x="7271652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98" name="직사각형 197"/>
          <p:cNvSpPr>
            <a:spLocks noChangeAspect="1"/>
          </p:cNvSpPr>
          <p:nvPr/>
        </p:nvSpPr>
        <p:spPr>
          <a:xfrm>
            <a:off x="8189880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9" name="TextBox 198"/>
          <p:cNvSpPr txBox="1"/>
          <p:nvPr/>
        </p:nvSpPr>
        <p:spPr>
          <a:xfrm>
            <a:off x="8135651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200" name="직사각형 199"/>
          <p:cNvSpPr>
            <a:spLocks noChangeAspect="1"/>
          </p:cNvSpPr>
          <p:nvPr/>
        </p:nvSpPr>
        <p:spPr>
          <a:xfrm>
            <a:off x="9053880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1" name="TextBox 200"/>
          <p:cNvSpPr txBox="1"/>
          <p:nvPr/>
        </p:nvSpPr>
        <p:spPr>
          <a:xfrm>
            <a:off x="8999651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202" name="직사각형 201"/>
          <p:cNvSpPr>
            <a:spLocks noChangeAspect="1"/>
          </p:cNvSpPr>
          <p:nvPr/>
        </p:nvSpPr>
        <p:spPr>
          <a:xfrm>
            <a:off x="9917879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3" name="TextBox 202"/>
          <p:cNvSpPr txBox="1"/>
          <p:nvPr/>
        </p:nvSpPr>
        <p:spPr>
          <a:xfrm>
            <a:off x="9863650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204" name="직사각형 203"/>
          <p:cNvSpPr/>
          <p:nvPr/>
        </p:nvSpPr>
        <p:spPr>
          <a:xfrm>
            <a:off x="3934455" y="1026918"/>
            <a:ext cx="576000" cy="4320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smtClean="0">
                <a:solidFill>
                  <a:schemeClr val="tx1"/>
                </a:solidFill>
              </a:rPr>
              <a:t>10</a:t>
            </a:r>
            <a:endParaRPr lang="ko-KR" alt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4007025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2" name="그룹 61"/>
          <p:cNvGrpSpPr/>
          <p:nvPr/>
        </p:nvGrpSpPr>
        <p:grpSpPr>
          <a:xfrm>
            <a:off x="3351038" y="2660123"/>
            <a:ext cx="6873215" cy="2258549"/>
            <a:chOff x="3351038" y="2660123"/>
            <a:chExt cx="6873215" cy="2258549"/>
          </a:xfrm>
        </p:grpSpPr>
        <p:sp>
          <p:nvSpPr>
            <p:cNvPr id="20" name="직사각형 19"/>
            <p:cNvSpPr>
              <a:spLocks/>
            </p:cNvSpPr>
            <p:nvPr/>
          </p:nvSpPr>
          <p:spPr>
            <a:xfrm>
              <a:off x="3351038" y="4054672"/>
              <a:ext cx="1296000" cy="864000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0</a:t>
              </a:r>
              <a:r>
                <a:rPr lang="en-US" altLang="ko-KR" dirty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x</a:t>
              </a:r>
              <a:r>
                <a:rPr lang="en-US" altLang="ko-KR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100</a:t>
              </a:r>
              <a:endParaRPr lang="ko-KR" altLang="en-US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grpSp>
          <p:nvGrpSpPr>
            <p:cNvPr id="58" name="그룹 57"/>
            <p:cNvGrpSpPr/>
            <p:nvPr/>
          </p:nvGrpSpPr>
          <p:grpSpPr>
            <a:xfrm>
              <a:off x="6482759" y="3157431"/>
              <a:ext cx="2700455" cy="1761241"/>
              <a:chOff x="6482759" y="3157431"/>
              <a:chExt cx="2700455" cy="1761241"/>
            </a:xfrm>
          </p:grpSpPr>
          <p:sp>
            <p:nvSpPr>
              <p:cNvPr id="2" name="직사각형 1"/>
              <p:cNvSpPr>
                <a:spLocks noChangeAspect="1"/>
              </p:cNvSpPr>
              <p:nvPr/>
            </p:nvSpPr>
            <p:spPr>
              <a:xfrm>
                <a:off x="6536987" y="3190672"/>
                <a:ext cx="864000" cy="864000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>
                  <a:latin typeface="나눔스퀘어 Bold" panose="020B0600000101010101" pitchFamily="50" charset="-127"/>
                  <a:ea typeface="나눔스퀘어 Bold" panose="020B0600000101010101" pitchFamily="50" charset="-127"/>
                </a:endParaRPr>
              </a:p>
            </p:txBody>
          </p:sp>
          <p:sp>
            <p:nvSpPr>
              <p:cNvPr id="14" name="직사각형 13"/>
              <p:cNvSpPr>
                <a:spLocks noChangeAspect="1"/>
              </p:cNvSpPr>
              <p:nvPr/>
            </p:nvSpPr>
            <p:spPr>
              <a:xfrm>
                <a:off x="7400987" y="3190672"/>
                <a:ext cx="864000" cy="864000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>
                  <a:latin typeface="나눔스퀘어 Bold" panose="020B0600000101010101" pitchFamily="50" charset="-127"/>
                  <a:ea typeface="나눔스퀘어 Bold" panose="020B0600000101010101" pitchFamily="50" charset="-127"/>
                </a:endParaRPr>
              </a:p>
            </p:txBody>
          </p:sp>
          <p:sp>
            <p:nvSpPr>
              <p:cNvPr id="16" name="직사각형 15"/>
              <p:cNvSpPr>
                <a:spLocks noChangeAspect="1"/>
              </p:cNvSpPr>
              <p:nvPr/>
            </p:nvSpPr>
            <p:spPr>
              <a:xfrm>
                <a:off x="8264987" y="3190672"/>
                <a:ext cx="864000" cy="864000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>
                  <a:latin typeface="나눔스퀘어 Bold" panose="020B0600000101010101" pitchFamily="50" charset="-127"/>
                  <a:ea typeface="나눔스퀘어 Bold" panose="020B0600000101010101" pitchFamily="50" charset="-127"/>
                </a:endParaRPr>
              </a:p>
            </p:txBody>
          </p:sp>
          <p:sp>
            <p:nvSpPr>
              <p:cNvPr id="4" name="직사각형 3"/>
              <p:cNvSpPr/>
              <p:nvPr/>
            </p:nvSpPr>
            <p:spPr>
              <a:xfrm>
                <a:off x="6614174" y="3489629"/>
                <a:ext cx="720000" cy="504000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dirty="0" smtClean="0">
                    <a:solidFill>
                      <a:schemeClr val="tx1"/>
                    </a:solidFill>
                    <a:latin typeface="나눔스퀘어 Bold" panose="020B0600000101010101" pitchFamily="50" charset="-127"/>
                    <a:ea typeface="나눔스퀘어 Bold" panose="020B0600000101010101" pitchFamily="50" charset="-127"/>
                  </a:rPr>
                  <a:t>0</a:t>
                </a:r>
                <a:endParaRPr lang="ko-KR" altLang="en-US" dirty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endParaRPr>
              </a:p>
            </p:txBody>
          </p:sp>
          <p:sp>
            <p:nvSpPr>
              <p:cNvPr id="21" name="TextBox 20"/>
              <p:cNvSpPr txBox="1"/>
              <p:nvPr/>
            </p:nvSpPr>
            <p:spPr>
              <a:xfrm>
                <a:off x="6482759" y="3157431"/>
                <a:ext cx="972457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600" dirty="0" smtClean="0">
                    <a:latin typeface="나눔스퀘어 Bold" panose="020B0600000101010101" pitchFamily="50" charset="-127"/>
                    <a:ea typeface="나눔스퀘어 Bold" panose="020B0600000101010101" pitchFamily="50" charset="-127"/>
                  </a:rPr>
                  <a:t>22381</a:t>
                </a:r>
                <a:endParaRPr lang="ko-KR" altLang="en-US" sz="1600" dirty="0">
                  <a:latin typeface="나눔스퀘어 Bold" panose="020B0600000101010101" pitchFamily="50" charset="-127"/>
                  <a:ea typeface="나눔스퀘어 Bold" panose="020B0600000101010101" pitchFamily="50" charset="-127"/>
                </a:endParaRPr>
              </a:p>
            </p:txBody>
          </p:sp>
          <p:sp>
            <p:nvSpPr>
              <p:cNvPr id="22" name="TextBox 21"/>
              <p:cNvSpPr txBox="1"/>
              <p:nvPr/>
            </p:nvSpPr>
            <p:spPr>
              <a:xfrm>
                <a:off x="7346758" y="3163775"/>
                <a:ext cx="972457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600" dirty="0" smtClean="0">
                    <a:latin typeface="나눔스퀘어 Bold" panose="020B0600000101010101" pitchFamily="50" charset="-127"/>
                    <a:ea typeface="나눔스퀘어 Bold" panose="020B0600000101010101" pitchFamily="50" charset="-127"/>
                  </a:rPr>
                  <a:t>22382</a:t>
                </a:r>
                <a:endParaRPr lang="ko-KR" altLang="en-US" sz="1600" dirty="0">
                  <a:latin typeface="나눔스퀘어 Bold" panose="020B0600000101010101" pitchFamily="50" charset="-127"/>
                  <a:ea typeface="나눔스퀘어 Bold" panose="020B0600000101010101" pitchFamily="50" charset="-127"/>
                </a:endParaRPr>
              </a:p>
            </p:txBody>
          </p:sp>
          <p:sp>
            <p:nvSpPr>
              <p:cNvPr id="23" name="TextBox 22"/>
              <p:cNvSpPr txBox="1"/>
              <p:nvPr/>
            </p:nvSpPr>
            <p:spPr>
              <a:xfrm>
                <a:off x="8210757" y="3163898"/>
                <a:ext cx="972457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600" dirty="0" smtClean="0">
                    <a:latin typeface="나눔스퀘어 Bold" panose="020B0600000101010101" pitchFamily="50" charset="-127"/>
                    <a:ea typeface="나눔스퀘어 Bold" panose="020B0600000101010101" pitchFamily="50" charset="-127"/>
                  </a:rPr>
                  <a:t>22383</a:t>
                </a:r>
                <a:endParaRPr lang="ko-KR" altLang="en-US" sz="1600" dirty="0">
                  <a:latin typeface="나눔스퀘어 Bold" panose="020B0600000101010101" pitchFamily="50" charset="-127"/>
                  <a:ea typeface="나눔스퀘어 Bold" panose="020B0600000101010101" pitchFamily="50" charset="-127"/>
                </a:endParaRPr>
              </a:p>
            </p:txBody>
          </p:sp>
          <p:sp>
            <p:nvSpPr>
              <p:cNvPr id="44" name="직사각형 43"/>
              <p:cNvSpPr/>
              <p:nvPr/>
            </p:nvSpPr>
            <p:spPr>
              <a:xfrm>
                <a:off x="7467800" y="3489629"/>
                <a:ext cx="720000" cy="504000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dirty="0" smtClean="0">
                    <a:solidFill>
                      <a:schemeClr val="tx1"/>
                    </a:solidFill>
                    <a:latin typeface="나눔스퀘어 Bold" panose="020B0600000101010101" pitchFamily="50" charset="-127"/>
                    <a:ea typeface="나눔스퀘어 Bold" panose="020B0600000101010101" pitchFamily="50" charset="-127"/>
                  </a:rPr>
                  <a:t>1</a:t>
                </a:r>
                <a:endParaRPr lang="ko-KR" altLang="en-US" dirty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endParaRPr>
              </a:p>
            </p:txBody>
          </p:sp>
          <p:sp>
            <p:nvSpPr>
              <p:cNvPr id="45" name="직사각형 44"/>
              <p:cNvSpPr/>
              <p:nvPr/>
            </p:nvSpPr>
            <p:spPr>
              <a:xfrm>
                <a:off x="8342172" y="3489629"/>
                <a:ext cx="720000" cy="504000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dirty="0">
                    <a:solidFill>
                      <a:schemeClr val="tx1"/>
                    </a:solidFill>
                    <a:latin typeface="나눔스퀘어 Bold" panose="020B0600000101010101" pitchFamily="50" charset="-127"/>
                    <a:ea typeface="나눔스퀘어 Bold" panose="020B0600000101010101" pitchFamily="50" charset="-127"/>
                  </a:rPr>
                  <a:t>2</a:t>
                </a:r>
                <a:endParaRPr lang="ko-KR" altLang="en-US" dirty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endParaRPr>
              </a:p>
            </p:txBody>
          </p:sp>
          <p:sp>
            <p:nvSpPr>
              <p:cNvPr id="47" name="직사각형 46"/>
              <p:cNvSpPr>
                <a:spLocks noChangeAspect="1"/>
              </p:cNvSpPr>
              <p:nvPr/>
            </p:nvSpPr>
            <p:spPr>
              <a:xfrm>
                <a:off x="6536987" y="4054672"/>
                <a:ext cx="864000" cy="864000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>
                  <a:latin typeface="나눔스퀘어 Bold" panose="020B0600000101010101" pitchFamily="50" charset="-127"/>
                  <a:ea typeface="나눔스퀘어 Bold" panose="020B0600000101010101" pitchFamily="50" charset="-127"/>
                </a:endParaRPr>
              </a:p>
            </p:txBody>
          </p:sp>
          <p:sp>
            <p:nvSpPr>
              <p:cNvPr id="48" name="직사각형 47"/>
              <p:cNvSpPr>
                <a:spLocks noChangeAspect="1"/>
              </p:cNvSpPr>
              <p:nvPr/>
            </p:nvSpPr>
            <p:spPr>
              <a:xfrm>
                <a:off x="7400987" y="4054672"/>
                <a:ext cx="864000" cy="864000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>
                  <a:latin typeface="나눔스퀘어 Bold" panose="020B0600000101010101" pitchFamily="50" charset="-127"/>
                  <a:ea typeface="나눔스퀘어 Bold" panose="020B0600000101010101" pitchFamily="50" charset="-127"/>
                </a:endParaRPr>
              </a:p>
            </p:txBody>
          </p:sp>
          <p:sp>
            <p:nvSpPr>
              <p:cNvPr id="49" name="직사각형 48"/>
              <p:cNvSpPr>
                <a:spLocks noChangeAspect="1"/>
              </p:cNvSpPr>
              <p:nvPr/>
            </p:nvSpPr>
            <p:spPr>
              <a:xfrm>
                <a:off x="8264987" y="4054672"/>
                <a:ext cx="864000" cy="864000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>
                  <a:latin typeface="나눔스퀘어 Bold" panose="020B0600000101010101" pitchFamily="50" charset="-127"/>
                  <a:ea typeface="나눔스퀘어 Bold" panose="020B0600000101010101" pitchFamily="50" charset="-127"/>
                </a:endParaRPr>
              </a:p>
            </p:txBody>
          </p:sp>
          <p:sp>
            <p:nvSpPr>
              <p:cNvPr id="50" name="직사각형 49"/>
              <p:cNvSpPr/>
              <p:nvPr/>
            </p:nvSpPr>
            <p:spPr>
              <a:xfrm>
                <a:off x="6614174" y="4353629"/>
                <a:ext cx="720000" cy="504000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dirty="0">
                    <a:solidFill>
                      <a:schemeClr val="tx1"/>
                    </a:solidFill>
                    <a:latin typeface="나눔스퀘어 Bold" panose="020B0600000101010101" pitchFamily="50" charset="-127"/>
                    <a:ea typeface="나눔스퀘어 Bold" panose="020B0600000101010101" pitchFamily="50" charset="-127"/>
                  </a:rPr>
                  <a:t>8</a:t>
                </a:r>
                <a:r>
                  <a:rPr lang="en-US" altLang="ko-KR" dirty="0" smtClean="0">
                    <a:solidFill>
                      <a:schemeClr val="tx1"/>
                    </a:solidFill>
                    <a:latin typeface="나눔스퀘어 Bold" panose="020B0600000101010101" pitchFamily="50" charset="-127"/>
                    <a:ea typeface="나눔스퀘어 Bold" panose="020B0600000101010101" pitchFamily="50" charset="-127"/>
                  </a:rPr>
                  <a:t>0</a:t>
                </a:r>
                <a:endParaRPr lang="ko-KR" altLang="en-US" dirty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endParaRPr>
              </a:p>
            </p:txBody>
          </p:sp>
          <p:sp>
            <p:nvSpPr>
              <p:cNvPr id="51" name="TextBox 50"/>
              <p:cNvSpPr txBox="1"/>
              <p:nvPr/>
            </p:nvSpPr>
            <p:spPr>
              <a:xfrm>
                <a:off x="6482759" y="4021431"/>
                <a:ext cx="972457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600" dirty="0" smtClean="0">
                    <a:latin typeface="나눔스퀘어 Bold" panose="020B0600000101010101" pitchFamily="50" charset="-127"/>
                    <a:ea typeface="나눔스퀘어 Bold" panose="020B0600000101010101" pitchFamily="50" charset="-127"/>
                  </a:rPr>
                  <a:t>22391</a:t>
                </a:r>
                <a:endParaRPr lang="ko-KR" altLang="en-US" sz="1600" dirty="0">
                  <a:latin typeface="나눔스퀘어 Bold" panose="020B0600000101010101" pitchFamily="50" charset="-127"/>
                  <a:ea typeface="나눔스퀘어 Bold" panose="020B0600000101010101" pitchFamily="50" charset="-127"/>
                </a:endParaRPr>
              </a:p>
            </p:txBody>
          </p:sp>
          <p:sp>
            <p:nvSpPr>
              <p:cNvPr id="52" name="TextBox 51"/>
              <p:cNvSpPr txBox="1"/>
              <p:nvPr/>
            </p:nvSpPr>
            <p:spPr>
              <a:xfrm>
                <a:off x="7346758" y="4027775"/>
                <a:ext cx="972457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600" dirty="0" smtClean="0">
                    <a:latin typeface="나눔스퀘어 Bold" panose="020B0600000101010101" pitchFamily="50" charset="-127"/>
                    <a:ea typeface="나눔스퀘어 Bold" panose="020B0600000101010101" pitchFamily="50" charset="-127"/>
                  </a:rPr>
                  <a:t>22392</a:t>
                </a:r>
                <a:endParaRPr lang="ko-KR" altLang="en-US" sz="1600" dirty="0">
                  <a:latin typeface="나눔스퀘어 Bold" panose="020B0600000101010101" pitchFamily="50" charset="-127"/>
                  <a:ea typeface="나눔스퀘어 Bold" panose="020B0600000101010101" pitchFamily="50" charset="-127"/>
                </a:endParaRPr>
              </a:p>
            </p:txBody>
          </p:sp>
          <p:sp>
            <p:nvSpPr>
              <p:cNvPr id="53" name="TextBox 52"/>
              <p:cNvSpPr txBox="1"/>
              <p:nvPr/>
            </p:nvSpPr>
            <p:spPr>
              <a:xfrm>
                <a:off x="8210757" y="4027898"/>
                <a:ext cx="972457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600" dirty="0" smtClean="0">
                    <a:latin typeface="나눔스퀘어 Bold" panose="020B0600000101010101" pitchFamily="50" charset="-127"/>
                    <a:ea typeface="나눔스퀘어 Bold" panose="020B0600000101010101" pitchFamily="50" charset="-127"/>
                  </a:rPr>
                  <a:t>22393</a:t>
                </a:r>
                <a:endParaRPr lang="ko-KR" altLang="en-US" sz="1600" dirty="0">
                  <a:latin typeface="나눔스퀘어 Bold" panose="020B0600000101010101" pitchFamily="50" charset="-127"/>
                  <a:ea typeface="나눔스퀘어 Bold" panose="020B0600000101010101" pitchFamily="50" charset="-127"/>
                </a:endParaRPr>
              </a:p>
            </p:txBody>
          </p:sp>
          <p:sp>
            <p:nvSpPr>
              <p:cNvPr id="54" name="직사각형 53"/>
              <p:cNvSpPr/>
              <p:nvPr/>
            </p:nvSpPr>
            <p:spPr>
              <a:xfrm>
                <a:off x="7467800" y="4353629"/>
                <a:ext cx="720000" cy="504000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dirty="0" smtClean="0">
                    <a:solidFill>
                      <a:schemeClr val="tx1"/>
                    </a:solidFill>
                    <a:latin typeface="나눔스퀘어 Bold" panose="020B0600000101010101" pitchFamily="50" charset="-127"/>
                    <a:ea typeface="나눔스퀘어 Bold" panose="020B0600000101010101" pitchFamily="50" charset="-127"/>
                  </a:rPr>
                  <a:t>75</a:t>
                </a:r>
                <a:endParaRPr lang="ko-KR" altLang="en-US" dirty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endParaRPr>
              </a:p>
            </p:txBody>
          </p:sp>
          <p:sp>
            <p:nvSpPr>
              <p:cNvPr id="55" name="직사각형 54"/>
              <p:cNvSpPr/>
              <p:nvPr/>
            </p:nvSpPr>
            <p:spPr>
              <a:xfrm>
                <a:off x="8342172" y="4353629"/>
                <a:ext cx="720000" cy="504000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dirty="0" smtClean="0">
                    <a:solidFill>
                      <a:schemeClr val="tx1"/>
                    </a:solidFill>
                    <a:latin typeface="나눔스퀘어 Bold" panose="020B0600000101010101" pitchFamily="50" charset="-127"/>
                    <a:ea typeface="나눔스퀘어 Bold" panose="020B0600000101010101" pitchFamily="50" charset="-127"/>
                  </a:rPr>
                  <a:t>95</a:t>
                </a:r>
                <a:endParaRPr lang="ko-KR" altLang="en-US" dirty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endParaRPr>
              </a:p>
            </p:txBody>
          </p:sp>
        </p:grpSp>
        <p:sp>
          <p:nvSpPr>
            <p:cNvPr id="5" name="TextBox 4"/>
            <p:cNvSpPr txBox="1"/>
            <p:nvPr/>
          </p:nvSpPr>
          <p:spPr>
            <a:xfrm>
              <a:off x="9260399" y="3396675"/>
              <a:ext cx="963854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index</a:t>
              </a:r>
              <a:endParaRPr lang="ko-KR" altLang="en-US" sz="24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56" name="TextBox 55"/>
            <p:cNvSpPr txBox="1"/>
            <p:nvPr/>
          </p:nvSpPr>
          <p:spPr>
            <a:xfrm>
              <a:off x="9260399" y="4254208"/>
              <a:ext cx="94929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value</a:t>
              </a:r>
              <a:endParaRPr lang="ko-KR" altLang="en-US" sz="24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57" name="TextBox 56"/>
            <p:cNvSpPr txBox="1"/>
            <p:nvPr/>
          </p:nvSpPr>
          <p:spPr>
            <a:xfrm>
              <a:off x="7372386" y="2660123"/>
              <a:ext cx="99738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dirty="0" err="1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Int</a:t>
              </a:r>
              <a:r>
                <a:rPr lang="en-US" altLang="ko-KR" sz="24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[3]</a:t>
              </a:r>
              <a:endParaRPr lang="ko-KR" altLang="en-US" sz="24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cxnSp>
          <p:nvCxnSpPr>
            <p:cNvPr id="9" name="꺾인 연결선 8"/>
            <p:cNvCxnSpPr/>
            <p:nvPr/>
          </p:nvCxnSpPr>
          <p:spPr>
            <a:xfrm flipV="1">
              <a:off x="4710537" y="3993629"/>
              <a:ext cx="1800000" cy="493043"/>
            </a:xfrm>
            <a:prstGeom prst="bentConnector3">
              <a:avLst>
                <a:gd name="adj1" fmla="val 50000"/>
              </a:avLst>
            </a:prstGeom>
            <a:ln w="76200"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5504159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그룹 1"/>
          <p:cNvGrpSpPr/>
          <p:nvPr/>
        </p:nvGrpSpPr>
        <p:grpSpPr>
          <a:xfrm>
            <a:off x="-339731" y="847396"/>
            <a:ext cx="15314641" cy="3762146"/>
            <a:chOff x="-339731" y="847396"/>
            <a:chExt cx="15314641" cy="3762146"/>
          </a:xfrm>
        </p:grpSpPr>
        <p:sp>
          <p:nvSpPr>
            <p:cNvPr id="6" name="TextBox 5"/>
            <p:cNvSpPr txBox="1"/>
            <p:nvPr/>
          </p:nvSpPr>
          <p:spPr>
            <a:xfrm>
              <a:off x="893811" y="1913973"/>
              <a:ext cx="14081099" cy="132343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8000" dirty="0" err="1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i</a:t>
              </a:r>
              <a:r>
                <a:rPr lang="en-US" altLang="ko-KR" sz="8000" dirty="0" err="1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nt</a:t>
              </a:r>
              <a:r>
                <a:rPr lang="en-US" altLang="ko-KR" sz="8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[] numbers = {10, 20, 30};</a:t>
              </a:r>
              <a:endParaRPr lang="ko-KR" altLang="en-US" sz="80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10" name="아래쪽 화살표 9"/>
            <p:cNvSpPr/>
            <p:nvPr/>
          </p:nvSpPr>
          <p:spPr>
            <a:xfrm rot="10800000">
              <a:off x="2424692" y="3198502"/>
              <a:ext cx="432000" cy="720000"/>
            </a:xfrm>
            <a:prstGeom prst="downArrow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3600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4108403" y="847396"/>
              <a:ext cx="2400017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o-KR" altLang="en-US" sz="36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배열 </a:t>
              </a:r>
              <a:r>
                <a:rPr lang="ko-KR" altLang="en-US" sz="3600" dirty="0" err="1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변수명</a:t>
              </a:r>
              <a:endParaRPr lang="ko-KR" altLang="en-US" sz="36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19" name="아래쪽 화살표 18"/>
            <p:cNvSpPr/>
            <p:nvPr/>
          </p:nvSpPr>
          <p:spPr>
            <a:xfrm>
              <a:off x="5092410" y="1493727"/>
              <a:ext cx="432000" cy="720000"/>
            </a:xfrm>
            <a:prstGeom prst="downArrow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3600"/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6395902" y="3963211"/>
              <a:ext cx="5048178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o-KR" altLang="en-US" sz="36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배열 </a:t>
              </a:r>
              <a:r>
                <a:rPr lang="ko-KR" altLang="en-US" sz="3600" dirty="0" err="1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리터럴</a:t>
              </a:r>
              <a:r>
                <a:rPr lang="ko-KR" altLang="en-US" sz="36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</a:t>
              </a:r>
              <a:r>
                <a:rPr lang="en-US" altLang="ko-KR" sz="36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/ </a:t>
              </a:r>
              <a:r>
                <a:rPr lang="ko-KR" altLang="en-US" sz="36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초기화 블록</a:t>
              </a:r>
              <a:endParaRPr lang="ko-KR" altLang="en-US" sz="36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-339731" y="847396"/>
              <a:ext cx="3775394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o-KR" altLang="en-US" sz="36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배열 선언의 </a:t>
              </a:r>
              <a:r>
                <a:rPr lang="ko-KR" altLang="en-US" sz="3600" dirty="0" err="1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자료형</a:t>
              </a:r>
              <a:endParaRPr lang="ko-KR" altLang="en-US" sz="36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35" name="아래쪽 화살표 34"/>
            <p:cNvSpPr/>
            <p:nvPr/>
          </p:nvSpPr>
          <p:spPr>
            <a:xfrm>
              <a:off x="1331963" y="1493727"/>
              <a:ext cx="432000" cy="720000"/>
            </a:xfrm>
            <a:prstGeom prst="downArrow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3600" dirty="0"/>
            </a:p>
          </p:txBody>
        </p:sp>
        <p:sp>
          <p:nvSpPr>
            <p:cNvPr id="37" name="TextBox 36"/>
            <p:cNvSpPr txBox="1"/>
            <p:nvPr/>
          </p:nvSpPr>
          <p:spPr>
            <a:xfrm>
              <a:off x="1172983" y="3921401"/>
              <a:ext cx="2935420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o-KR" altLang="en-US" sz="36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배열 선언 기호</a:t>
              </a:r>
              <a:endParaRPr lang="ko-KR" altLang="en-US" sz="36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38" name="아래쪽 화살표 37"/>
            <p:cNvSpPr/>
            <p:nvPr/>
          </p:nvSpPr>
          <p:spPr>
            <a:xfrm>
              <a:off x="11307732" y="1499526"/>
              <a:ext cx="432000" cy="720000"/>
            </a:xfrm>
            <a:prstGeom prst="downArrow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3600"/>
            </a:p>
          </p:txBody>
        </p:sp>
        <p:sp>
          <p:nvSpPr>
            <p:cNvPr id="12" name="아래쪽 화살표 11"/>
            <p:cNvSpPr/>
            <p:nvPr/>
          </p:nvSpPr>
          <p:spPr>
            <a:xfrm rot="10800000">
              <a:off x="8703987" y="3237412"/>
              <a:ext cx="432000" cy="720000"/>
            </a:xfrm>
            <a:prstGeom prst="downArrow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3600"/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10323724" y="847396"/>
              <a:ext cx="2400017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o-KR" altLang="en-US" sz="36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배열의 요소</a:t>
              </a:r>
              <a:endParaRPr lang="ko-KR" altLang="en-US" sz="36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67921182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347</TotalTime>
  <Words>104</Words>
  <Application>Microsoft Office PowerPoint</Application>
  <PresentationFormat>와이드스크린</PresentationFormat>
  <Paragraphs>83</Paragraphs>
  <Slides>3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</vt:i4>
      </vt:variant>
    </vt:vector>
  </HeadingPairs>
  <TitlesOfParts>
    <vt:vector size="7" baseType="lpstr">
      <vt:lpstr>나눔스퀘어 Bold</vt:lpstr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DW</dc:creator>
  <cp:lastModifiedBy>user</cp:lastModifiedBy>
  <cp:revision>36</cp:revision>
  <dcterms:created xsi:type="dcterms:W3CDTF">2026-08-04T06:26:42Z</dcterms:created>
  <dcterms:modified xsi:type="dcterms:W3CDTF">2026-08-06T13:39:36Z</dcterms:modified>
</cp:coreProperties>
</file>