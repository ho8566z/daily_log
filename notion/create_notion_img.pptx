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56" r:id="rId4"/>
    <p:sldId id="259" r:id="rId5"/>
    <p:sldId id="257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  <a:srgbClr val="CC0000"/>
    <a:srgbClr val="ED7D31"/>
    <a:srgbClr val="FFFFFF"/>
    <a:srgbClr val="9966FF"/>
    <a:srgbClr val="5B9BD5"/>
    <a:srgbClr val="9933FF"/>
    <a:srgbClr val="6699FF"/>
    <a:srgbClr val="EB5D45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80" autoAdjust="0"/>
    <p:restoredTop sz="94660"/>
  </p:normalViewPr>
  <p:slideViewPr>
    <p:cSldViewPr snapToGrid="0">
      <p:cViewPr>
        <p:scale>
          <a:sx n="50" d="100"/>
          <a:sy n="50" d="100"/>
        </p:scale>
        <p:origin x="858" y="15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2217107"/>
            <a:ext cx="2880000" cy="144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개발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PC(Local)</a:t>
            </a:r>
          </a:p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JDK, </a:t>
            </a:r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Git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MySQL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656000" y="2217107"/>
            <a:ext cx="2880000" cy="144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Dev(Stage) Server</a:t>
            </a:r>
          </a:p>
          <a:p>
            <a:pPr algn="ctr"/>
            <a:r>
              <a:rPr lang="en-US" altLang="ko-KR" sz="20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Gradle</a:t>
            </a:r>
            <a:r>
              <a:rPr lang="en-US" altLang="ko-KR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JDK, </a:t>
            </a:r>
            <a:r>
              <a:rPr lang="en-US" altLang="ko-KR" sz="20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Git</a:t>
            </a:r>
            <a:r>
              <a:rPr lang="en-US" altLang="ko-KR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Build</a:t>
            </a:r>
            <a:endParaRPr lang="ko-KR" altLang="en-US" sz="20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9492000" y="4434214"/>
            <a:ext cx="2520000" cy="108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Product MySQL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9312000" y="2217107"/>
            <a:ext cx="2880000" cy="144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Product</a:t>
            </a:r>
            <a:r>
              <a:rPr lang="en-US" altLang="ko-KR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Server</a:t>
            </a:r>
          </a:p>
          <a:p>
            <a:pPr algn="ctr"/>
            <a:r>
              <a:rPr lang="en-US" altLang="ko-KR" sz="20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Gradle</a:t>
            </a:r>
            <a:r>
              <a:rPr lang="en-US" altLang="ko-KR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JDK, </a:t>
            </a:r>
            <a:r>
              <a:rPr lang="en-US" altLang="ko-KR" sz="20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Git</a:t>
            </a:r>
            <a:r>
              <a:rPr lang="en-US" altLang="ko-KR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Build</a:t>
            </a:r>
            <a:endParaRPr lang="ko-KR" altLang="en-US" sz="20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836000" y="4434214"/>
            <a:ext cx="2520000" cy="108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Dev MySQL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23" name="꺾인 연결선 22"/>
          <p:cNvCxnSpPr>
            <a:stCxn id="4" idx="3"/>
            <a:endCxn id="13" idx="1"/>
          </p:cNvCxnSpPr>
          <p:nvPr/>
        </p:nvCxnSpPr>
        <p:spPr>
          <a:xfrm flipH="1" flipV="1">
            <a:off x="7163999" y="540000"/>
            <a:ext cx="372001" cy="2397107"/>
          </a:xfrm>
          <a:prstGeom prst="bentConnector5">
            <a:avLst>
              <a:gd name="adj1" fmla="val -142264"/>
              <a:gd name="adj2" fmla="val 53755"/>
              <a:gd name="adj3" fmla="val 238896"/>
            </a:avLst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/>
          <p:cNvSpPr/>
          <p:nvPr/>
        </p:nvSpPr>
        <p:spPr>
          <a:xfrm>
            <a:off x="2507999" y="0"/>
            <a:ext cx="2520000" cy="108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GitHub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163999" y="0"/>
            <a:ext cx="2520000" cy="108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DockerHub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180000" y="4434214"/>
            <a:ext cx="2520000" cy="108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개발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MySQL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021340" y="3676328"/>
            <a:ext cx="1999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개발팀 </a:t>
            </a:r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-&gt; QA(QM)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6804000" y="1378553"/>
            <a:ext cx="2160000" cy="540000"/>
          </a:xfrm>
          <a:prstGeom prst="rect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Docker Image(Jar)</a:t>
            </a:r>
            <a:endParaRPr lang="ko-KR" altLang="en-US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32" name="꺾인 연결선 31"/>
          <p:cNvCxnSpPr>
            <a:stCxn id="13" idx="3"/>
            <a:endCxn id="6" idx="0"/>
          </p:cNvCxnSpPr>
          <p:nvPr/>
        </p:nvCxnSpPr>
        <p:spPr>
          <a:xfrm>
            <a:off x="9683999" y="540000"/>
            <a:ext cx="1068001" cy="1677107"/>
          </a:xfrm>
          <a:prstGeom prst="bentConnector2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연결선 34"/>
          <p:cNvCxnSpPr>
            <a:stCxn id="2" idx="0"/>
            <a:endCxn id="3" idx="1"/>
          </p:cNvCxnSpPr>
          <p:nvPr/>
        </p:nvCxnSpPr>
        <p:spPr>
          <a:xfrm rot="5400000" flipH="1" flipV="1">
            <a:off x="1135446" y="844555"/>
            <a:ext cx="1677107" cy="1067999"/>
          </a:xfrm>
          <a:prstGeom prst="bentConnector2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꺾인 연결선 37"/>
          <p:cNvCxnSpPr>
            <a:stCxn id="3" idx="3"/>
            <a:endCxn id="4" idx="0"/>
          </p:cNvCxnSpPr>
          <p:nvPr/>
        </p:nvCxnSpPr>
        <p:spPr>
          <a:xfrm>
            <a:off x="5027999" y="540000"/>
            <a:ext cx="1068001" cy="1677107"/>
          </a:xfrm>
          <a:prstGeom prst="bentConnector2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/>
          <p:cNvSpPr/>
          <p:nvPr/>
        </p:nvSpPr>
        <p:spPr>
          <a:xfrm>
            <a:off x="9672000" y="3423551"/>
            <a:ext cx="2160000" cy="540000"/>
          </a:xfrm>
          <a:prstGeom prst="rect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Docker Image(Jar)</a:t>
            </a:r>
            <a:endParaRPr lang="ko-KR" altLang="en-US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123372" y="2354993"/>
            <a:ext cx="2880000" cy="144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개발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PC(Local)</a:t>
            </a:r>
          </a:p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JDK, </a:t>
            </a:r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Git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MySQL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290286" y="2492879"/>
            <a:ext cx="2880000" cy="144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개발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PC(Local)</a:t>
            </a:r>
          </a:p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JDK, </a:t>
            </a:r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Git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MySQL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9780858" y="3546923"/>
            <a:ext cx="2160000" cy="540000"/>
          </a:xfrm>
          <a:prstGeom prst="rect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Docker Image(Jar)</a:t>
            </a:r>
            <a:endParaRPr lang="ko-KR" altLang="en-US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9904230" y="3670295"/>
            <a:ext cx="2160000" cy="540000"/>
          </a:xfrm>
          <a:prstGeom prst="rect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Docker Image(Jar)</a:t>
            </a:r>
            <a:endParaRPr lang="ko-KR" altLang="en-US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4365714" y="1832065"/>
            <a:ext cx="1440000" cy="72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Ngnix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11003142" y="1831043"/>
            <a:ext cx="1440000" cy="72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Ngnix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9060858" y="1824689"/>
            <a:ext cx="1440000" cy="72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DNS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62424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2874567" y="729733"/>
            <a:ext cx="5872057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3200" b="1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WAS(Web </a:t>
            </a:r>
            <a:r>
              <a:rPr lang="en-US" altLang="ko-KR" sz="3200" b="1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Application Server)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1103086" y="2235200"/>
            <a:ext cx="2160000" cy="288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Client</a:t>
            </a:r>
            <a:endParaRPr lang="ko-KR" altLang="en-US" sz="40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7560942" y="2235200"/>
            <a:ext cx="4320000" cy="288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Server</a:t>
            </a:r>
            <a:endParaRPr lang="en-US" altLang="ko-KR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32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32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9886913" y="3394068"/>
            <a:ext cx="1800000" cy="108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WAS</a:t>
            </a:r>
          </a:p>
          <a:p>
            <a:pPr algn="ctr"/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(Tomcat)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7754971" y="3401326"/>
            <a:ext cx="1800000" cy="108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Web Server</a:t>
            </a:r>
          </a:p>
          <a:p>
            <a:pPr algn="ctr"/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</a:t>
            </a:r>
            <a:r>
              <a:rPr lang="en-US" altLang="ko-KR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Ngnix</a:t>
            </a:r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)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11" name="직선 화살표 연결선 10"/>
          <p:cNvCxnSpPr>
            <a:stCxn id="6" idx="3"/>
            <a:endCxn id="7" idx="1"/>
          </p:cNvCxnSpPr>
          <p:nvPr/>
        </p:nvCxnSpPr>
        <p:spPr>
          <a:xfrm>
            <a:off x="3263086" y="3675200"/>
            <a:ext cx="4297856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304467" y="3302239"/>
            <a:ext cx="22150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Request(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정적</a:t>
            </a:r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동적</a:t>
            </a:r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)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06481" y="5200762"/>
            <a:ext cx="1908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Response (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정적</a:t>
            </a:r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)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7754971" y="4488151"/>
            <a:ext cx="60465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정적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9886913" y="4488151"/>
            <a:ext cx="60465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동</a:t>
            </a:r>
            <a:r>
              <a:rPr lang="ko-KR" altLang="en-US" dirty="0" smtClean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적</a:t>
            </a:r>
            <a:endParaRPr lang="ko-KR" altLang="en-US" dirty="0">
              <a:solidFill>
                <a:schemeClr val="bg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792130" y="5378272"/>
            <a:ext cx="1857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Response (</a:t>
            </a:r>
            <a:r>
              <a: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동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적</a:t>
            </a:r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)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4690811" y="3864251"/>
            <a:ext cx="1442405" cy="921657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DNS</a:t>
            </a:r>
          </a:p>
          <a:p>
            <a:pPr algn="ctr"/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(8.8.8.8)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27" name="꺾인 연결선 26"/>
          <p:cNvCxnSpPr>
            <a:stCxn id="9" idx="2"/>
            <a:endCxn id="6" idx="2"/>
          </p:cNvCxnSpPr>
          <p:nvPr/>
        </p:nvCxnSpPr>
        <p:spPr>
          <a:xfrm rot="5400000">
            <a:off x="5102092" y="1562321"/>
            <a:ext cx="633874" cy="6471885"/>
          </a:xfrm>
          <a:prstGeom prst="bentConnector3">
            <a:avLst>
              <a:gd name="adj1" fmla="val 186440"/>
            </a:avLst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꺾인 연결선 32"/>
          <p:cNvCxnSpPr>
            <a:stCxn id="8" idx="2"/>
            <a:endCxn id="6" idx="2"/>
          </p:cNvCxnSpPr>
          <p:nvPr/>
        </p:nvCxnSpPr>
        <p:spPr>
          <a:xfrm rot="5400000">
            <a:off x="6164434" y="492721"/>
            <a:ext cx="641132" cy="8603827"/>
          </a:xfrm>
          <a:prstGeom prst="bentConnector3">
            <a:avLst>
              <a:gd name="adj1" fmla="val 221681"/>
            </a:avLst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9171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직사각형 75"/>
          <p:cNvSpPr/>
          <p:nvPr/>
        </p:nvSpPr>
        <p:spPr>
          <a:xfrm>
            <a:off x="6500" y="2422853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6500" y="3800456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6500" y="51780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6500" y="6555662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86" name="직선 화살표 연결선 85"/>
          <p:cNvCxnSpPr>
            <a:stCxn id="76" idx="2"/>
            <a:endCxn id="77" idx="0"/>
          </p:cNvCxnSpPr>
          <p:nvPr/>
        </p:nvCxnSpPr>
        <p:spPr>
          <a:xfrm>
            <a:off x="3246500" y="3142853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/>
          <p:cNvCxnSpPr>
            <a:stCxn id="77" idx="2"/>
            <a:endCxn id="78" idx="0"/>
          </p:cNvCxnSpPr>
          <p:nvPr/>
        </p:nvCxnSpPr>
        <p:spPr>
          <a:xfrm>
            <a:off x="3246500" y="4520456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/>
          <p:cNvCxnSpPr>
            <a:stCxn id="78" idx="2"/>
            <a:endCxn id="80" idx="0"/>
          </p:cNvCxnSpPr>
          <p:nvPr/>
        </p:nvCxnSpPr>
        <p:spPr>
          <a:xfrm>
            <a:off x="3246500" y="5898059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직사각형 88"/>
          <p:cNvSpPr/>
          <p:nvPr/>
        </p:nvSpPr>
        <p:spPr>
          <a:xfrm>
            <a:off x="3606500" y="7933265"/>
            <a:ext cx="28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DispatcherSevlet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3468627" y="3286269"/>
            <a:ext cx="2255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전달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468627" y="4663872"/>
            <a:ext cx="1588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Provider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선택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3468627" y="6042194"/>
            <a:ext cx="1864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정보 조회 지시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506712" y="7419797"/>
            <a:ext cx="13869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정보 조회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4641265" y="7419797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요청 전달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/>
          <p:nvPr/>
        </p:nvSpPr>
        <p:spPr>
          <a:xfrm>
            <a:off x="6500" y="7933265"/>
            <a:ext cx="28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-353500" y="1761402"/>
            <a:ext cx="7200000" cy="72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9" name="직선 화살표 연결선 118"/>
          <p:cNvCxnSpPr>
            <a:stCxn id="80" idx="2"/>
            <a:endCxn id="116" idx="0"/>
          </p:cNvCxnSpPr>
          <p:nvPr/>
        </p:nvCxnSpPr>
        <p:spPr>
          <a:xfrm flipH="1">
            <a:off x="1446500" y="7275662"/>
            <a:ext cx="180000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/>
          <p:cNvCxnSpPr>
            <a:stCxn id="80" idx="2"/>
            <a:endCxn id="89" idx="0"/>
          </p:cNvCxnSpPr>
          <p:nvPr/>
        </p:nvCxnSpPr>
        <p:spPr>
          <a:xfrm>
            <a:off x="3246500" y="7275662"/>
            <a:ext cx="180000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모서리가 둥근 직사각형 78"/>
          <p:cNvSpPr/>
          <p:nvPr/>
        </p:nvSpPr>
        <p:spPr>
          <a:xfrm>
            <a:off x="1896500" y="1401403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923899" y="-762144"/>
            <a:ext cx="9000000" cy="18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-3535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Client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42981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DelegatingFilterProxy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89497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24" name="직선 화살표 연결선 23"/>
          <p:cNvCxnSpPr>
            <a:stCxn id="21" idx="3"/>
            <a:endCxn id="22" idx="1"/>
          </p:cNvCxnSpPr>
          <p:nvPr/>
        </p:nvCxnSpPr>
        <p:spPr>
          <a:xfrm>
            <a:off x="3246500" y="355100"/>
            <a:ext cx="10516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>
            <a:stCxn id="22" idx="3"/>
            <a:endCxn id="23" idx="1"/>
          </p:cNvCxnSpPr>
          <p:nvPr/>
        </p:nvCxnSpPr>
        <p:spPr>
          <a:xfrm>
            <a:off x="7898100" y="355100"/>
            <a:ext cx="10516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469973" y="-6009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요청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121573" y="-6009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위임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4118100" y="-235572"/>
            <a:ext cx="3960000" cy="1116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4748100" y="-497158"/>
            <a:ext cx="1440000" cy="432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필터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체인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0" name="모서리가 둥근 직사각형 29"/>
          <p:cNvSpPr/>
          <p:nvPr/>
        </p:nvSpPr>
        <p:spPr>
          <a:xfrm>
            <a:off x="6893899" y="-1015825"/>
            <a:ext cx="3060000" cy="432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서블릿</a:t>
            </a:r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컨테이너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(Tomcat)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7786288" y="6538930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7786288" y="5162765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7786288" y="3785162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7786288" y="24075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7788388" y="7915095"/>
            <a:ext cx="6480000" cy="180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SecurityContextHolder</a:t>
            </a:r>
            <a:endParaRPr lang="en-US" altLang="ko-KR" sz="28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4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0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8482138" y="8635095"/>
            <a:ext cx="5040000" cy="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Principal</a:t>
            </a:r>
            <a:endParaRPr lang="ko-KR" altLang="en-US" sz="3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37" name="직선 화살표 연결선 36"/>
          <p:cNvCxnSpPr>
            <a:endCxn id="33" idx="0"/>
          </p:cNvCxnSpPr>
          <p:nvPr/>
        </p:nvCxnSpPr>
        <p:spPr>
          <a:xfrm>
            <a:off x="11026288" y="3127559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>
            <a:stCxn id="33" idx="2"/>
            <a:endCxn id="32" idx="0"/>
          </p:cNvCxnSpPr>
          <p:nvPr/>
        </p:nvCxnSpPr>
        <p:spPr>
          <a:xfrm>
            <a:off x="11026288" y="4505162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>
            <a:stCxn id="32" idx="2"/>
            <a:endCxn id="31" idx="0"/>
          </p:cNvCxnSpPr>
          <p:nvPr/>
        </p:nvCxnSpPr>
        <p:spPr>
          <a:xfrm>
            <a:off x="11026288" y="5882765"/>
            <a:ext cx="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/>
          <p:cNvCxnSpPr>
            <a:stCxn id="31" idx="2"/>
            <a:endCxn id="35" idx="0"/>
          </p:cNvCxnSpPr>
          <p:nvPr/>
        </p:nvCxnSpPr>
        <p:spPr>
          <a:xfrm>
            <a:off x="11026288" y="7258930"/>
            <a:ext cx="210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/>
          <p:cNvSpPr/>
          <p:nvPr/>
        </p:nvSpPr>
        <p:spPr>
          <a:xfrm>
            <a:off x="7426288" y="1746108"/>
            <a:ext cx="7200000" cy="82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모서리가 둥근 직사각형 41"/>
          <p:cNvSpPr/>
          <p:nvPr/>
        </p:nvSpPr>
        <p:spPr>
          <a:xfrm>
            <a:off x="9652138" y="1386109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237270" y="7402346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보관</a:t>
            </a:r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1237270" y="6023141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1237270" y="4645936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1237270" y="3269771"/>
            <a:ext cx="1895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</a:t>
            </a:r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3092</TotalTime>
  <Words>288</Words>
  <Application>Microsoft Office PowerPoint</Application>
  <PresentationFormat>와이드스크린</PresentationFormat>
  <Paragraphs>144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200</cp:revision>
  <dcterms:created xsi:type="dcterms:W3CDTF">2026-08-04T06:26:42Z</dcterms:created>
  <dcterms:modified xsi:type="dcterms:W3CDTF">2026-09-30T00:42:04Z</dcterms:modified>
</cp:coreProperties>
</file>