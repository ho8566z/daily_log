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9" r:id="rId3"/>
    <p:sldId id="257" r:id="rId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966FF"/>
    <a:srgbClr val="5B9BD5"/>
    <a:srgbClr val="9933FF"/>
    <a:srgbClr val="6699FF"/>
    <a:srgbClr val="FFFFFF"/>
    <a:srgbClr val="EB5D45"/>
    <a:srgbClr val="404040"/>
    <a:srgbClr val="E7E6E6"/>
    <a:srgbClr val="D0CECE"/>
    <a:srgbClr val="7F7F7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380" autoAdjust="0"/>
    <p:restoredTop sz="94660"/>
  </p:normalViewPr>
  <p:slideViewPr>
    <p:cSldViewPr snapToGrid="0">
      <p:cViewPr>
        <p:scale>
          <a:sx n="50" d="100"/>
          <a:sy n="50" d="100"/>
        </p:scale>
        <p:origin x="660" y="15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2026-09-01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73587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2026-09-01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649670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2026-09-01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996171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2026-09-01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60156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2026-09-01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03043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2026-09-01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774975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2026-09-01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576925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2026-09-01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956665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2026-09-01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204264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2026-09-01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092555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2026-09-01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479361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237CE1A-8831-48B5-BA93-72483C6E34E8}" type="datetimeFigureOut">
              <a:rPr lang="ko-KR" altLang="en-US" smtClean="0"/>
              <a:t>2026-09-01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422006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직사각형 19"/>
          <p:cNvSpPr/>
          <p:nvPr/>
        </p:nvSpPr>
        <p:spPr>
          <a:xfrm>
            <a:off x="-1277100" y="1139100"/>
            <a:ext cx="14760000" cy="1980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80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2" name="직사각형 21"/>
          <p:cNvSpPr/>
          <p:nvPr/>
        </p:nvSpPr>
        <p:spPr>
          <a:xfrm>
            <a:off x="4662900" y="664800"/>
            <a:ext cx="2880000" cy="720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8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[ Member ]</a:t>
            </a:r>
            <a:endParaRPr lang="ko-KR" altLang="en-US" sz="28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grpSp>
        <p:nvGrpSpPr>
          <p:cNvPr id="31" name="그룹 30"/>
          <p:cNvGrpSpPr/>
          <p:nvPr/>
        </p:nvGrpSpPr>
        <p:grpSpPr>
          <a:xfrm>
            <a:off x="-1028298" y="1561500"/>
            <a:ext cx="14262395" cy="1440000"/>
            <a:chOff x="-1028298" y="1409100"/>
            <a:chExt cx="14262395" cy="1440000"/>
          </a:xfrm>
        </p:grpSpPr>
        <p:sp>
          <p:nvSpPr>
            <p:cNvPr id="23" name="직사각형 22"/>
            <p:cNvSpPr/>
            <p:nvPr/>
          </p:nvSpPr>
          <p:spPr>
            <a:xfrm>
              <a:off x="-1028298" y="1409100"/>
              <a:ext cx="2880000" cy="14400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800" dirty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ID = 1</a:t>
              </a:r>
            </a:p>
            <a:p>
              <a:pPr algn="ctr"/>
              <a:r>
                <a:rPr lang="en-US" altLang="ko-KR" sz="2800" dirty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Name = </a:t>
              </a:r>
              <a:r>
                <a:rPr lang="ko-KR" altLang="en-US" sz="2800" dirty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홍길동</a:t>
              </a:r>
            </a:p>
          </p:txBody>
        </p:sp>
        <p:sp>
          <p:nvSpPr>
            <p:cNvPr id="38" name="직사각형 37"/>
            <p:cNvSpPr/>
            <p:nvPr/>
          </p:nvSpPr>
          <p:spPr>
            <a:xfrm>
              <a:off x="4089497" y="1409100"/>
              <a:ext cx="2880000" cy="14400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800" dirty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ID = 1</a:t>
              </a:r>
            </a:p>
            <a:p>
              <a:pPr algn="ctr"/>
              <a:r>
                <a:rPr lang="en-US" altLang="ko-KR" sz="2800" dirty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Name = </a:t>
              </a:r>
              <a:r>
                <a:rPr lang="ko-KR" altLang="en-US" sz="2800" dirty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김철수</a:t>
              </a:r>
            </a:p>
          </p:txBody>
        </p:sp>
        <p:sp>
          <p:nvSpPr>
            <p:cNvPr id="39" name="직사각형 38"/>
            <p:cNvSpPr/>
            <p:nvPr/>
          </p:nvSpPr>
          <p:spPr>
            <a:xfrm>
              <a:off x="7941797" y="1409100"/>
              <a:ext cx="2160000" cy="14400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800" dirty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ID</a:t>
              </a:r>
              <a:r>
                <a:rPr lang="ko-KR" altLang="en-US" sz="2800" dirty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가 동일</a:t>
              </a:r>
            </a:p>
          </p:txBody>
        </p:sp>
        <p:sp>
          <p:nvSpPr>
            <p:cNvPr id="40" name="직사각형 39"/>
            <p:cNvSpPr/>
            <p:nvPr/>
          </p:nvSpPr>
          <p:spPr>
            <a:xfrm>
              <a:off x="11074097" y="1409100"/>
              <a:ext cx="2160000" cy="14400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2800" dirty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같은 </a:t>
              </a:r>
              <a:r>
                <a:rPr lang="en-US" altLang="ko-KR" sz="2800" dirty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Entity</a:t>
              </a:r>
              <a:endParaRPr lang="ko-KR" altLang="en-US" sz="28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27" name="오른쪽 화살표 26"/>
            <p:cNvSpPr/>
            <p:nvPr/>
          </p:nvSpPr>
          <p:spPr>
            <a:xfrm>
              <a:off x="1980599" y="1409100"/>
              <a:ext cx="1980000" cy="1440000"/>
            </a:xfrm>
            <a:prstGeom prst="rightArrow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2800" dirty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이름 변경</a:t>
              </a:r>
            </a:p>
          </p:txBody>
        </p:sp>
        <p:sp>
          <p:nvSpPr>
            <p:cNvPr id="29" name="오른쪽 화살표 28"/>
            <p:cNvSpPr/>
            <p:nvPr/>
          </p:nvSpPr>
          <p:spPr>
            <a:xfrm>
              <a:off x="7095647" y="1409100"/>
              <a:ext cx="720000" cy="1440000"/>
            </a:xfrm>
            <a:prstGeom prst="rightArrow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46" name="오른쪽 화살표 45"/>
            <p:cNvSpPr/>
            <p:nvPr/>
          </p:nvSpPr>
          <p:spPr>
            <a:xfrm>
              <a:off x="10227947" y="1409100"/>
              <a:ext cx="720000" cy="1440000"/>
            </a:xfrm>
            <a:prstGeom prst="rightArrow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04007025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직사각형 80"/>
          <p:cNvSpPr>
            <a:spLocks noChangeAspect="1"/>
          </p:cNvSpPr>
          <p:nvPr/>
        </p:nvSpPr>
        <p:spPr>
          <a:xfrm>
            <a:off x="1187772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3" name="TextBox 82"/>
          <p:cNvSpPr txBox="1"/>
          <p:nvPr/>
        </p:nvSpPr>
        <p:spPr>
          <a:xfrm>
            <a:off x="1133543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86" name="직사각형 85"/>
          <p:cNvSpPr>
            <a:spLocks noChangeAspect="1"/>
          </p:cNvSpPr>
          <p:nvPr/>
        </p:nvSpPr>
        <p:spPr>
          <a:xfrm>
            <a:off x="2051772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7" name="TextBox 86"/>
          <p:cNvSpPr txBox="1"/>
          <p:nvPr/>
        </p:nvSpPr>
        <p:spPr>
          <a:xfrm>
            <a:off x="1997543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88" name="직사각형 87"/>
          <p:cNvSpPr>
            <a:spLocks noChangeAspect="1"/>
          </p:cNvSpPr>
          <p:nvPr/>
        </p:nvSpPr>
        <p:spPr>
          <a:xfrm>
            <a:off x="2915771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9" name="TextBox 88"/>
          <p:cNvSpPr txBox="1"/>
          <p:nvPr/>
        </p:nvSpPr>
        <p:spPr>
          <a:xfrm>
            <a:off x="2861542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90" name="직사각형 89"/>
          <p:cNvSpPr>
            <a:spLocks noChangeAspect="1"/>
          </p:cNvSpPr>
          <p:nvPr/>
        </p:nvSpPr>
        <p:spPr>
          <a:xfrm>
            <a:off x="3779771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1" name="TextBox 90"/>
          <p:cNvSpPr txBox="1"/>
          <p:nvPr/>
        </p:nvSpPr>
        <p:spPr>
          <a:xfrm>
            <a:off x="3725542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92" name="직사각형 91"/>
          <p:cNvSpPr>
            <a:spLocks noChangeAspect="1"/>
          </p:cNvSpPr>
          <p:nvPr/>
        </p:nvSpPr>
        <p:spPr>
          <a:xfrm>
            <a:off x="4643770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3" name="TextBox 92"/>
          <p:cNvSpPr txBox="1"/>
          <p:nvPr/>
        </p:nvSpPr>
        <p:spPr>
          <a:xfrm>
            <a:off x="4589541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94" name="직사각형 93"/>
          <p:cNvSpPr>
            <a:spLocks noChangeAspect="1"/>
          </p:cNvSpPr>
          <p:nvPr/>
        </p:nvSpPr>
        <p:spPr>
          <a:xfrm>
            <a:off x="1187772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5" name="TextBox 94"/>
          <p:cNvSpPr txBox="1"/>
          <p:nvPr/>
        </p:nvSpPr>
        <p:spPr>
          <a:xfrm>
            <a:off x="1133543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96" name="직사각형 95"/>
          <p:cNvSpPr>
            <a:spLocks noChangeAspect="1"/>
          </p:cNvSpPr>
          <p:nvPr/>
        </p:nvSpPr>
        <p:spPr>
          <a:xfrm>
            <a:off x="2051772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7" name="TextBox 96"/>
          <p:cNvSpPr txBox="1"/>
          <p:nvPr/>
        </p:nvSpPr>
        <p:spPr>
          <a:xfrm>
            <a:off x="1997543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98" name="직사각형 97"/>
          <p:cNvSpPr>
            <a:spLocks noChangeAspect="1"/>
          </p:cNvSpPr>
          <p:nvPr/>
        </p:nvSpPr>
        <p:spPr>
          <a:xfrm>
            <a:off x="2915771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9" name="TextBox 98"/>
          <p:cNvSpPr txBox="1"/>
          <p:nvPr/>
        </p:nvSpPr>
        <p:spPr>
          <a:xfrm>
            <a:off x="2861542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0" name="직사각형 99"/>
          <p:cNvSpPr>
            <a:spLocks noChangeAspect="1"/>
          </p:cNvSpPr>
          <p:nvPr/>
        </p:nvSpPr>
        <p:spPr>
          <a:xfrm>
            <a:off x="3779771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1" name="TextBox 100"/>
          <p:cNvSpPr txBox="1"/>
          <p:nvPr/>
        </p:nvSpPr>
        <p:spPr>
          <a:xfrm>
            <a:off x="3725542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2" name="직사각형 101"/>
          <p:cNvSpPr>
            <a:spLocks noChangeAspect="1"/>
          </p:cNvSpPr>
          <p:nvPr/>
        </p:nvSpPr>
        <p:spPr>
          <a:xfrm>
            <a:off x="4643770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3" name="TextBox 102"/>
          <p:cNvSpPr txBox="1"/>
          <p:nvPr/>
        </p:nvSpPr>
        <p:spPr>
          <a:xfrm>
            <a:off x="4589541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4" name="직사각형 103"/>
          <p:cNvSpPr>
            <a:spLocks noChangeAspect="1"/>
          </p:cNvSpPr>
          <p:nvPr/>
        </p:nvSpPr>
        <p:spPr>
          <a:xfrm>
            <a:off x="1187772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5" name="TextBox 104"/>
          <p:cNvSpPr txBox="1"/>
          <p:nvPr/>
        </p:nvSpPr>
        <p:spPr>
          <a:xfrm>
            <a:off x="1133543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6" name="직사각형 105"/>
          <p:cNvSpPr>
            <a:spLocks noChangeAspect="1"/>
          </p:cNvSpPr>
          <p:nvPr/>
        </p:nvSpPr>
        <p:spPr>
          <a:xfrm>
            <a:off x="2051772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7" name="TextBox 106"/>
          <p:cNvSpPr txBox="1"/>
          <p:nvPr/>
        </p:nvSpPr>
        <p:spPr>
          <a:xfrm>
            <a:off x="1997543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8" name="직사각형 107"/>
          <p:cNvSpPr>
            <a:spLocks noChangeAspect="1"/>
          </p:cNvSpPr>
          <p:nvPr/>
        </p:nvSpPr>
        <p:spPr>
          <a:xfrm>
            <a:off x="2915771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9" name="TextBox 108"/>
          <p:cNvSpPr txBox="1"/>
          <p:nvPr/>
        </p:nvSpPr>
        <p:spPr>
          <a:xfrm>
            <a:off x="2861542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0" name="직사각형 109"/>
          <p:cNvSpPr>
            <a:spLocks noChangeAspect="1"/>
          </p:cNvSpPr>
          <p:nvPr/>
        </p:nvSpPr>
        <p:spPr>
          <a:xfrm>
            <a:off x="3779771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1" name="TextBox 110"/>
          <p:cNvSpPr txBox="1"/>
          <p:nvPr/>
        </p:nvSpPr>
        <p:spPr>
          <a:xfrm>
            <a:off x="3725542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2" name="직사각형 111"/>
          <p:cNvSpPr>
            <a:spLocks noChangeAspect="1"/>
          </p:cNvSpPr>
          <p:nvPr/>
        </p:nvSpPr>
        <p:spPr>
          <a:xfrm>
            <a:off x="4643770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3" name="TextBox 112"/>
          <p:cNvSpPr txBox="1"/>
          <p:nvPr/>
        </p:nvSpPr>
        <p:spPr>
          <a:xfrm>
            <a:off x="4589541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4" name="직사각형 113"/>
          <p:cNvSpPr>
            <a:spLocks noChangeAspect="1"/>
          </p:cNvSpPr>
          <p:nvPr/>
        </p:nvSpPr>
        <p:spPr>
          <a:xfrm>
            <a:off x="6451196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5" name="TextBox 114"/>
          <p:cNvSpPr txBox="1"/>
          <p:nvPr/>
        </p:nvSpPr>
        <p:spPr>
          <a:xfrm>
            <a:off x="6396967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6" name="직사각형 115"/>
          <p:cNvSpPr>
            <a:spLocks noChangeAspect="1"/>
          </p:cNvSpPr>
          <p:nvPr/>
        </p:nvSpPr>
        <p:spPr>
          <a:xfrm>
            <a:off x="7315196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7" name="TextBox 116"/>
          <p:cNvSpPr txBox="1"/>
          <p:nvPr/>
        </p:nvSpPr>
        <p:spPr>
          <a:xfrm>
            <a:off x="7260967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8" name="직사각형 117"/>
          <p:cNvSpPr>
            <a:spLocks noChangeAspect="1"/>
          </p:cNvSpPr>
          <p:nvPr/>
        </p:nvSpPr>
        <p:spPr>
          <a:xfrm>
            <a:off x="8179195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9" name="TextBox 118"/>
          <p:cNvSpPr txBox="1"/>
          <p:nvPr/>
        </p:nvSpPr>
        <p:spPr>
          <a:xfrm>
            <a:off x="8124966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20" name="직사각형 119"/>
          <p:cNvSpPr>
            <a:spLocks noChangeAspect="1"/>
          </p:cNvSpPr>
          <p:nvPr/>
        </p:nvSpPr>
        <p:spPr>
          <a:xfrm>
            <a:off x="9043195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1" name="TextBox 120"/>
          <p:cNvSpPr txBox="1"/>
          <p:nvPr/>
        </p:nvSpPr>
        <p:spPr>
          <a:xfrm>
            <a:off x="8988966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22" name="직사각형 121"/>
          <p:cNvSpPr>
            <a:spLocks noChangeAspect="1"/>
          </p:cNvSpPr>
          <p:nvPr/>
        </p:nvSpPr>
        <p:spPr>
          <a:xfrm>
            <a:off x="9907194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3" name="TextBox 122"/>
          <p:cNvSpPr txBox="1"/>
          <p:nvPr/>
        </p:nvSpPr>
        <p:spPr>
          <a:xfrm>
            <a:off x="9852965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24" name="직사각형 123"/>
          <p:cNvSpPr>
            <a:spLocks noChangeAspect="1"/>
          </p:cNvSpPr>
          <p:nvPr/>
        </p:nvSpPr>
        <p:spPr>
          <a:xfrm>
            <a:off x="6451196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5" name="TextBox 124"/>
          <p:cNvSpPr txBox="1"/>
          <p:nvPr/>
        </p:nvSpPr>
        <p:spPr>
          <a:xfrm>
            <a:off x="6396967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26" name="직사각형 125"/>
          <p:cNvSpPr>
            <a:spLocks noChangeAspect="1"/>
          </p:cNvSpPr>
          <p:nvPr/>
        </p:nvSpPr>
        <p:spPr>
          <a:xfrm>
            <a:off x="7315196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7" name="TextBox 126"/>
          <p:cNvSpPr txBox="1"/>
          <p:nvPr/>
        </p:nvSpPr>
        <p:spPr>
          <a:xfrm>
            <a:off x="7260967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28" name="직사각형 127"/>
          <p:cNvSpPr>
            <a:spLocks noChangeAspect="1"/>
          </p:cNvSpPr>
          <p:nvPr/>
        </p:nvSpPr>
        <p:spPr>
          <a:xfrm>
            <a:off x="8179195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9" name="TextBox 128"/>
          <p:cNvSpPr txBox="1"/>
          <p:nvPr/>
        </p:nvSpPr>
        <p:spPr>
          <a:xfrm>
            <a:off x="8124966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30" name="직사각형 129"/>
          <p:cNvSpPr>
            <a:spLocks noChangeAspect="1"/>
          </p:cNvSpPr>
          <p:nvPr/>
        </p:nvSpPr>
        <p:spPr>
          <a:xfrm>
            <a:off x="9043195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1" name="TextBox 130"/>
          <p:cNvSpPr txBox="1"/>
          <p:nvPr/>
        </p:nvSpPr>
        <p:spPr>
          <a:xfrm>
            <a:off x="8988966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32" name="직사각형 131"/>
          <p:cNvSpPr>
            <a:spLocks noChangeAspect="1"/>
          </p:cNvSpPr>
          <p:nvPr/>
        </p:nvSpPr>
        <p:spPr>
          <a:xfrm>
            <a:off x="9907194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3" name="TextBox 132"/>
          <p:cNvSpPr txBox="1"/>
          <p:nvPr/>
        </p:nvSpPr>
        <p:spPr>
          <a:xfrm>
            <a:off x="9852965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34" name="직사각형 133"/>
          <p:cNvSpPr>
            <a:spLocks noChangeAspect="1"/>
          </p:cNvSpPr>
          <p:nvPr/>
        </p:nvSpPr>
        <p:spPr>
          <a:xfrm>
            <a:off x="6451196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5" name="TextBox 134"/>
          <p:cNvSpPr txBox="1"/>
          <p:nvPr/>
        </p:nvSpPr>
        <p:spPr>
          <a:xfrm>
            <a:off x="6396967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36" name="직사각형 135"/>
          <p:cNvSpPr>
            <a:spLocks noChangeAspect="1"/>
          </p:cNvSpPr>
          <p:nvPr/>
        </p:nvSpPr>
        <p:spPr>
          <a:xfrm>
            <a:off x="7315196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7" name="TextBox 136"/>
          <p:cNvSpPr txBox="1"/>
          <p:nvPr/>
        </p:nvSpPr>
        <p:spPr>
          <a:xfrm>
            <a:off x="7260967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38" name="직사각형 137"/>
          <p:cNvSpPr>
            <a:spLocks noChangeAspect="1"/>
          </p:cNvSpPr>
          <p:nvPr/>
        </p:nvSpPr>
        <p:spPr>
          <a:xfrm>
            <a:off x="8179195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9" name="TextBox 138"/>
          <p:cNvSpPr txBox="1"/>
          <p:nvPr/>
        </p:nvSpPr>
        <p:spPr>
          <a:xfrm>
            <a:off x="8124966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40" name="직사각형 139"/>
          <p:cNvSpPr>
            <a:spLocks noChangeAspect="1"/>
          </p:cNvSpPr>
          <p:nvPr/>
        </p:nvSpPr>
        <p:spPr>
          <a:xfrm>
            <a:off x="9043195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1" name="TextBox 140"/>
          <p:cNvSpPr txBox="1"/>
          <p:nvPr/>
        </p:nvSpPr>
        <p:spPr>
          <a:xfrm>
            <a:off x="8988966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42" name="직사각형 141"/>
          <p:cNvSpPr>
            <a:spLocks noChangeAspect="1"/>
          </p:cNvSpPr>
          <p:nvPr/>
        </p:nvSpPr>
        <p:spPr>
          <a:xfrm>
            <a:off x="9907194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3" name="TextBox 142"/>
          <p:cNvSpPr txBox="1"/>
          <p:nvPr/>
        </p:nvSpPr>
        <p:spPr>
          <a:xfrm>
            <a:off x="9852965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44" name="직사각형 143"/>
          <p:cNvSpPr>
            <a:spLocks noChangeAspect="1"/>
          </p:cNvSpPr>
          <p:nvPr/>
        </p:nvSpPr>
        <p:spPr>
          <a:xfrm>
            <a:off x="1198457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5" name="TextBox 144"/>
          <p:cNvSpPr txBox="1"/>
          <p:nvPr/>
        </p:nvSpPr>
        <p:spPr>
          <a:xfrm>
            <a:off x="1144228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46" name="직사각형 145"/>
          <p:cNvSpPr>
            <a:spLocks noChangeAspect="1"/>
          </p:cNvSpPr>
          <p:nvPr/>
        </p:nvSpPr>
        <p:spPr>
          <a:xfrm>
            <a:off x="2062457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7" name="TextBox 146"/>
          <p:cNvSpPr txBox="1"/>
          <p:nvPr/>
        </p:nvSpPr>
        <p:spPr>
          <a:xfrm>
            <a:off x="2008228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48" name="직사각형 147"/>
          <p:cNvSpPr>
            <a:spLocks noChangeAspect="1"/>
          </p:cNvSpPr>
          <p:nvPr/>
        </p:nvSpPr>
        <p:spPr>
          <a:xfrm>
            <a:off x="2926456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9" name="TextBox 148"/>
          <p:cNvSpPr txBox="1"/>
          <p:nvPr/>
        </p:nvSpPr>
        <p:spPr>
          <a:xfrm>
            <a:off x="2872227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50" name="직사각형 149"/>
          <p:cNvSpPr>
            <a:spLocks noChangeAspect="1"/>
          </p:cNvSpPr>
          <p:nvPr/>
        </p:nvSpPr>
        <p:spPr>
          <a:xfrm>
            <a:off x="3790456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1" name="TextBox 150"/>
          <p:cNvSpPr txBox="1"/>
          <p:nvPr/>
        </p:nvSpPr>
        <p:spPr>
          <a:xfrm>
            <a:off x="3736227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52" name="직사각형 151"/>
          <p:cNvSpPr>
            <a:spLocks noChangeAspect="1"/>
          </p:cNvSpPr>
          <p:nvPr/>
        </p:nvSpPr>
        <p:spPr>
          <a:xfrm>
            <a:off x="4654455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3" name="TextBox 152"/>
          <p:cNvSpPr txBox="1"/>
          <p:nvPr/>
        </p:nvSpPr>
        <p:spPr>
          <a:xfrm>
            <a:off x="4600226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54" name="직사각형 153"/>
          <p:cNvSpPr>
            <a:spLocks noChangeAspect="1"/>
          </p:cNvSpPr>
          <p:nvPr/>
        </p:nvSpPr>
        <p:spPr>
          <a:xfrm>
            <a:off x="1198457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5" name="TextBox 154"/>
          <p:cNvSpPr txBox="1"/>
          <p:nvPr/>
        </p:nvSpPr>
        <p:spPr>
          <a:xfrm>
            <a:off x="1144228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56" name="직사각형 155"/>
          <p:cNvSpPr>
            <a:spLocks noChangeAspect="1"/>
          </p:cNvSpPr>
          <p:nvPr/>
        </p:nvSpPr>
        <p:spPr>
          <a:xfrm>
            <a:off x="2062457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7" name="TextBox 156"/>
          <p:cNvSpPr txBox="1"/>
          <p:nvPr/>
        </p:nvSpPr>
        <p:spPr>
          <a:xfrm>
            <a:off x="2008228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58" name="직사각형 157"/>
          <p:cNvSpPr>
            <a:spLocks noChangeAspect="1"/>
          </p:cNvSpPr>
          <p:nvPr/>
        </p:nvSpPr>
        <p:spPr>
          <a:xfrm>
            <a:off x="2926456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9" name="TextBox 158"/>
          <p:cNvSpPr txBox="1"/>
          <p:nvPr/>
        </p:nvSpPr>
        <p:spPr>
          <a:xfrm>
            <a:off x="2872227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60" name="직사각형 159"/>
          <p:cNvSpPr>
            <a:spLocks noChangeAspect="1"/>
          </p:cNvSpPr>
          <p:nvPr/>
        </p:nvSpPr>
        <p:spPr>
          <a:xfrm>
            <a:off x="3790456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1" name="TextBox 160"/>
          <p:cNvSpPr txBox="1"/>
          <p:nvPr/>
        </p:nvSpPr>
        <p:spPr>
          <a:xfrm>
            <a:off x="3736227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62" name="직사각형 161"/>
          <p:cNvSpPr>
            <a:spLocks noChangeAspect="1"/>
          </p:cNvSpPr>
          <p:nvPr/>
        </p:nvSpPr>
        <p:spPr>
          <a:xfrm>
            <a:off x="4654455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3" name="TextBox 162"/>
          <p:cNvSpPr txBox="1"/>
          <p:nvPr/>
        </p:nvSpPr>
        <p:spPr>
          <a:xfrm>
            <a:off x="4600226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64" name="직사각형 163"/>
          <p:cNvSpPr>
            <a:spLocks noChangeAspect="1"/>
          </p:cNvSpPr>
          <p:nvPr/>
        </p:nvSpPr>
        <p:spPr>
          <a:xfrm>
            <a:off x="1198457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5" name="TextBox 164"/>
          <p:cNvSpPr txBox="1"/>
          <p:nvPr/>
        </p:nvSpPr>
        <p:spPr>
          <a:xfrm>
            <a:off x="1144228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66" name="직사각형 165"/>
          <p:cNvSpPr>
            <a:spLocks noChangeAspect="1"/>
          </p:cNvSpPr>
          <p:nvPr/>
        </p:nvSpPr>
        <p:spPr>
          <a:xfrm>
            <a:off x="2062457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7" name="TextBox 166"/>
          <p:cNvSpPr txBox="1"/>
          <p:nvPr/>
        </p:nvSpPr>
        <p:spPr>
          <a:xfrm>
            <a:off x="2008228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68" name="직사각형 167"/>
          <p:cNvSpPr>
            <a:spLocks noChangeAspect="1"/>
          </p:cNvSpPr>
          <p:nvPr/>
        </p:nvSpPr>
        <p:spPr>
          <a:xfrm>
            <a:off x="2926456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9" name="TextBox 168"/>
          <p:cNvSpPr txBox="1"/>
          <p:nvPr/>
        </p:nvSpPr>
        <p:spPr>
          <a:xfrm>
            <a:off x="2872227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70" name="직사각형 169"/>
          <p:cNvSpPr>
            <a:spLocks noChangeAspect="1"/>
          </p:cNvSpPr>
          <p:nvPr/>
        </p:nvSpPr>
        <p:spPr>
          <a:xfrm>
            <a:off x="3790456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1" name="TextBox 170"/>
          <p:cNvSpPr txBox="1"/>
          <p:nvPr/>
        </p:nvSpPr>
        <p:spPr>
          <a:xfrm>
            <a:off x="3736227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72" name="직사각형 171"/>
          <p:cNvSpPr>
            <a:spLocks noChangeAspect="1"/>
          </p:cNvSpPr>
          <p:nvPr/>
        </p:nvSpPr>
        <p:spPr>
          <a:xfrm>
            <a:off x="4654455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3" name="TextBox 172"/>
          <p:cNvSpPr txBox="1"/>
          <p:nvPr/>
        </p:nvSpPr>
        <p:spPr>
          <a:xfrm>
            <a:off x="4600226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74" name="직사각형 173"/>
          <p:cNvSpPr>
            <a:spLocks noChangeAspect="1"/>
          </p:cNvSpPr>
          <p:nvPr/>
        </p:nvSpPr>
        <p:spPr>
          <a:xfrm>
            <a:off x="6461881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5" name="TextBox 174"/>
          <p:cNvSpPr txBox="1"/>
          <p:nvPr/>
        </p:nvSpPr>
        <p:spPr>
          <a:xfrm>
            <a:off x="6407652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76" name="직사각형 175"/>
          <p:cNvSpPr>
            <a:spLocks noChangeAspect="1"/>
          </p:cNvSpPr>
          <p:nvPr/>
        </p:nvSpPr>
        <p:spPr>
          <a:xfrm>
            <a:off x="7325881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7" name="TextBox 176"/>
          <p:cNvSpPr txBox="1"/>
          <p:nvPr/>
        </p:nvSpPr>
        <p:spPr>
          <a:xfrm>
            <a:off x="7271652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78" name="직사각형 177"/>
          <p:cNvSpPr>
            <a:spLocks noChangeAspect="1"/>
          </p:cNvSpPr>
          <p:nvPr/>
        </p:nvSpPr>
        <p:spPr>
          <a:xfrm>
            <a:off x="8189880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9" name="TextBox 178"/>
          <p:cNvSpPr txBox="1"/>
          <p:nvPr/>
        </p:nvSpPr>
        <p:spPr>
          <a:xfrm>
            <a:off x="8135651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80" name="직사각형 179"/>
          <p:cNvSpPr>
            <a:spLocks noChangeAspect="1"/>
          </p:cNvSpPr>
          <p:nvPr/>
        </p:nvSpPr>
        <p:spPr>
          <a:xfrm>
            <a:off x="9053880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1" name="TextBox 180"/>
          <p:cNvSpPr txBox="1"/>
          <p:nvPr/>
        </p:nvSpPr>
        <p:spPr>
          <a:xfrm>
            <a:off x="8999651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82" name="직사각형 181"/>
          <p:cNvSpPr>
            <a:spLocks noChangeAspect="1"/>
          </p:cNvSpPr>
          <p:nvPr/>
        </p:nvSpPr>
        <p:spPr>
          <a:xfrm>
            <a:off x="9917879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3" name="TextBox 182"/>
          <p:cNvSpPr txBox="1"/>
          <p:nvPr/>
        </p:nvSpPr>
        <p:spPr>
          <a:xfrm>
            <a:off x="9863650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84" name="직사각형 183"/>
          <p:cNvSpPr>
            <a:spLocks noChangeAspect="1"/>
          </p:cNvSpPr>
          <p:nvPr/>
        </p:nvSpPr>
        <p:spPr>
          <a:xfrm>
            <a:off x="6461881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5" name="TextBox 184"/>
          <p:cNvSpPr txBox="1"/>
          <p:nvPr/>
        </p:nvSpPr>
        <p:spPr>
          <a:xfrm>
            <a:off x="6407652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86" name="직사각형 185"/>
          <p:cNvSpPr>
            <a:spLocks noChangeAspect="1"/>
          </p:cNvSpPr>
          <p:nvPr/>
        </p:nvSpPr>
        <p:spPr>
          <a:xfrm>
            <a:off x="7325881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7" name="TextBox 186"/>
          <p:cNvSpPr txBox="1"/>
          <p:nvPr/>
        </p:nvSpPr>
        <p:spPr>
          <a:xfrm>
            <a:off x="7271652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88" name="직사각형 187"/>
          <p:cNvSpPr>
            <a:spLocks noChangeAspect="1"/>
          </p:cNvSpPr>
          <p:nvPr/>
        </p:nvSpPr>
        <p:spPr>
          <a:xfrm>
            <a:off x="8189880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9" name="TextBox 188"/>
          <p:cNvSpPr txBox="1"/>
          <p:nvPr/>
        </p:nvSpPr>
        <p:spPr>
          <a:xfrm>
            <a:off x="8135651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90" name="직사각형 189"/>
          <p:cNvSpPr>
            <a:spLocks noChangeAspect="1"/>
          </p:cNvSpPr>
          <p:nvPr/>
        </p:nvSpPr>
        <p:spPr>
          <a:xfrm>
            <a:off x="9053880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1" name="TextBox 190"/>
          <p:cNvSpPr txBox="1"/>
          <p:nvPr/>
        </p:nvSpPr>
        <p:spPr>
          <a:xfrm>
            <a:off x="8999651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92" name="직사각형 191"/>
          <p:cNvSpPr>
            <a:spLocks noChangeAspect="1"/>
          </p:cNvSpPr>
          <p:nvPr/>
        </p:nvSpPr>
        <p:spPr>
          <a:xfrm>
            <a:off x="9917879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3" name="TextBox 192"/>
          <p:cNvSpPr txBox="1"/>
          <p:nvPr/>
        </p:nvSpPr>
        <p:spPr>
          <a:xfrm>
            <a:off x="9863650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94" name="직사각형 193"/>
          <p:cNvSpPr>
            <a:spLocks noChangeAspect="1"/>
          </p:cNvSpPr>
          <p:nvPr/>
        </p:nvSpPr>
        <p:spPr>
          <a:xfrm>
            <a:off x="6461881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5" name="TextBox 194"/>
          <p:cNvSpPr txBox="1"/>
          <p:nvPr/>
        </p:nvSpPr>
        <p:spPr>
          <a:xfrm>
            <a:off x="6407652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96" name="직사각형 195"/>
          <p:cNvSpPr>
            <a:spLocks noChangeAspect="1"/>
          </p:cNvSpPr>
          <p:nvPr/>
        </p:nvSpPr>
        <p:spPr>
          <a:xfrm>
            <a:off x="7325881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7" name="TextBox 196"/>
          <p:cNvSpPr txBox="1"/>
          <p:nvPr/>
        </p:nvSpPr>
        <p:spPr>
          <a:xfrm>
            <a:off x="7271652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98" name="직사각형 197"/>
          <p:cNvSpPr>
            <a:spLocks noChangeAspect="1"/>
          </p:cNvSpPr>
          <p:nvPr/>
        </p:nvSpPr>
        <p:spPr>
          <a:xfrm>
            <a:off x="8189880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9" name="TextBox 198"/>
          <p:cNvSpPr txBox="1"/>
          <p:nvPr/>
        </p:nvSpPr>
        <p:spPr>
          <a:xfrm>
            <a:off x="8135651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00" name="직사각형 199"/>
          <p:cNvSpPr>
            <a:spLocks noChangeAspect="1"/>
          </p:cNvSpPr>
          <p:nvPr/>
        </p:nvSpPr>
        <p:spPr>
          <a:xfrm>
            <a:off x="9053880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1" name="TextBox 200"/>
          <p:cNvSpPr txBox="1"/>
          <p:nvPr/>
        </p:nvSpPr>
        <p:spPr>
          <a:xfrm>
            <a:off x="8999651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02" name="직사각형 201"/>
          <p:cNvSpPr>
            <a:spLocks noChangeAspect="1"/>
          </p:cNvSpPr>
          <p:nvPr/>
        </p:nvSpPr>
        <p:spPr>
          <a:xfrm>
            <a:off x="9917879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3" name="TextBox 202"/>
          <p:cNvSpPr txBox="1"/>
          <p:nvPr/>
        </p:nvSpPr>
        <p:spPr>
          <a:xfrm>
            <a:off x="9863650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04" name="직사각형 203"/>
          <p:cNvSpPr/>
          <p:nvPr/>
        </p:nvSpPr>
        <p:spPr>
          <a:xfrm>
            <a:off x="3934455" y="1026918"/>
            <a:ext cx="576000" cy="432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smtClean="0">
                <a:solidFill>
                  <a:schemeClr val="tx1"/>
                </a:solidFill>
              </a:rPr>
              <a:t>10</a:t>
            </a:r>
            <a:endParaRPr lang="ko-KR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318030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0" name="그룹 59"/>
          <p:cNvGrpSpPr/>
          <p:nvPr/>
        </p:nvGrpSpPr>
        <p:grpSpPr>
          <a:xfrm>
            <a:off x="-956311" y="-477208"/>
            <a:ext cx="16977739" cy="4430690"/>
            <a:chOff x="-956311" y="-477208"/>
            <a:chExt cx="16977739" cy="4430690"/>
          </a:xfrm>
        </p:grpSpPr>
        <p:sp>
          <p:nvSpPr>
            <p:cNvPr id="63" name="TextBox 62"/>
            <p:cNvSpPr txBox="1"/>
            <p:nvPr/>
          </p:nvSpPr>
          <p:spPr>
            <a:xfrm>
              <a:off x="253304" y="2047038"/>
              <a:ext cx="171553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4. </a:t>
              </a:r>
              <a:r>
                <a:rPr lang="ko-KR" altLang="en-US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데이터 할당</a:t>
              </a:r>
              <a:endParaRPr lang="ko-KR" altLang="en-US" sz="20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23" name="모서리가 둥근 직사각형 22"/>
            <p:cNvSpPr/>
            <p:nvPr/>
          </p:nvSpPr>
          <p:spPr>
            <a:xfrm>
              <a:off x="-956311" y="893482"/>
              <a:ext cx="5400000" cy="90000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000" dirty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d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ouble</a:t>
              </a:r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result = 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car.goForward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(30, 2);</a:t>
              </a:r>
              <a:endParaRPr lang="ko-KR" altLang="en-US" sz="20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69" name="모서리가 둥근 직사각형 68"/>
            <p:cNvSpPr/>
            <p:nvPr/>
          </p:nvSpPr>
          <p:spPr>
            <a:xfrm>
              <a:off x="7381428" y="893482"/>
              <a:ext cx="8640000" cy="306000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// </a:t>
              </a:r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전진 기능</a:t>
              </a:r>
              <a:endParaRPr lang="en-US" altLang="ko-KR" sz="2000" dirty="0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  <a:p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public double 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goForward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(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int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speed, 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int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hour) {</a:t>
              </a:r>
            </a:p>
            <a:p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    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System.out.println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(speed + “km/h</a:t>
              </a:r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로 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” + hour + “</a:t>
              </a:r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시간 동안 전진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”);</a:t>
              </a:r>
            </a:p>
            <a:p>
              <a:endParaRPr lang="en-US" altLang="ko-KR" sz="2000" dirty="0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  <a:p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    double</a:t>
              </a:r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distance = speed * hour;</a:t>
              </a:r>
            </a:p>
            <a:p>
              <a:endParaRPr lang="en-US" altLang="ko-KR" sz="20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  <a:p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    return distance;</a:t>
              </a:r>
            </a:p>
            <a:p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}</a:t>
              </a:r>
              <a:endParaRPr lang="ko-KR" altLang="en-US" sz="20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54" name="원호 53"/>
            <p:cNvSpPr/>
            <p:nvPr/>
          </p:nvSpPr>
          <p:spPr>
            <a:xfrm rot="8425555">
              <a:off x="714198" y="1077027"/>
              <a:ext cx="900000" cy="900000"/>
            </a:xfrm>
            <a:prstGeom prst="arc">
              <a:avLst>
                <a:gd name="adj1" fmla="val 13530061"/>
                <a:gd name="adj2" fmla="val 1870419"/>
              </a:avLst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3" name="원호 102"/>
            <p:cNvSpPr/>
            <p:nvPr/>
          </p:nvSpPr>
          <p:spPr>
            <a:xfrm rot="5696533">
              <a:off x="3581734" y="-2596670"/>
              <a:ext cx="2741380" cy="6980304"/>
            </a:xfrm>
            <a:prstGeom prst="arc">
              <a:avLst>
                <a:gd name="adj1" fmla="val 17174190"/>
                <a:gd name="adj2" fmla="val 4159039"/>
              </a:avLst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4" name="원호 103"/>
            <p:cNvSpPr/>
            <p:nvPr/>
          </p:nvSpPr>
          <p:spPr>
            <a:xfrm rot="6264436">
              <a:off x="3629377" y="-1735580"/>
              <a:ext cx="3054061" cy="6980304"/>
            </a:xfrm>
            <a:prstGeom prst="arc">
              <a:avLst>
                <a:gd name="adj1" fmla="val 17096554"/>
                <a:gd name="adj2" fmla="val 4395978"/>
              </a:avLst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56" name="직선 화살표 연결선 55"/>
            <p:cNvCxnSpPr/>
            <p:nvPr/>
          </p:nvCxnSpPr>
          <p:spPr>
            <a:xfrm>
              <a:off x="7898860" y="1983757"/>
              <a:ext cx="0" cy="115200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7" name="이등변 삼각형 56"/>
            <p:cNvSpPr/>
            <p:nvPr/>
          </p:nvSpPr>
          <p:spPr>
            <a:xfrm>
              <a:off x="599319" y="1462286"/>
              <a:ext cx="311285" cy="288000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9" name="이등변 삼각형 108"/>
            <p:cNvSpPr/>
            <p:nvPr/>
          </p:nvSpPr>
          <p:spPr>
            <a:xfrm rot="18731416">
              <a:off x="1921304" y="1697677"/>
              <a:ext cx="335641" cy="230520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1" name="이등변 삼각형 110"/>
            <p:cNvSpPr/>
            <p:nvPr/>
          </p:nvSpPr>
          <p:spPr>
            <a:xfrm rot="2868584" flipH="1">
              <a:off x="7521197" y="1791712"/>
              <a:ext cx="335641" cy="230520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2" name="이등변 삼각형 111"/>
            <p:cNvSpPr/>
            <p:nvPr/>
          </p:nvSpPr>
          <p:spPr>
            <a:xfrm flipV="1">
              <a:off x="7743217" y="2922004"/>
              <a:ext cx="311285" cy="288000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3" name="TextBox 112"/>
            <p:cNvSpPr txBox="1"/>
            <p:nvPr/>
          </p:nvSpPr>
          <p:spPr>
            <a:xfrm>
              <a:off x="4509159" y="1846983"/>
              <a:ext cx="171553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1. </a:t>
              </a:r>
              <a:r>
                <a:rPr lang="ko-KR" altLang="en-US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메서드 호출</a:t>
              </a:r>
              <a:endParaRPr lang="ko-KR" altLang="en-US" sz="20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115" name="TextBox 114"/>
            <p:cNvSpPr txBox="1"/>
            <p:nvPr/>
          </p:nvSpPr>
          <p:spPr>
            <a:xfrm>
              <a:off x="6217404" y="2470969"/>
              <a:ext cx="171553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2. </a:t>
              </a:r>
              <a:r>
                <a:rPr lang="ko-KR" altLang="en-US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메서드 실행</a:t>
              </a:r>
              <a:endParaRPr lang="ko-KR" altLang="en-US" sz="20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116" name="TextBox 115"/>
            <p:cNvSpPr txBox="1"/>
            <p:nvPr/>
          </p:nvSpPr>
          <p:spPr>
            <a:xfrm>
              <a:off x="4298641" y="3460399"/>
              <a:ext cx="171553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3. </a:t>
              </a:r>
              <a:r>
                <a:rPr lang="ko-KR" altLang="en-US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데이터 반환</a:t>
              </a:r>
              <a:endParaRPr lang="ko-KR" altLang="en-US" sz="20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504159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2838</TotalTime>
  <Words>149</Words>
  <Application>Microsoft Office PowerPoint</Application>
  <PresentationFormat>와이드스크린</PresentationFormat>
  <Paragraphs>82</Paragraphs>
  <Slides>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</vt:i4>
      </vt:variant>
    </vt:vector>
  </HeadingPairs>
  <TitlesOfParts>
    <vt:vector size="7" baseType="lpstr">
      <vt:lpstr>나눔스퀘어 Bold</vt:lpstr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DW</dc:creator>
  <cp:lastModifiedBy>DW</cp:lastModifiedBy>
  <cp:revision>153</cp:revision>
  <dcterms:created xsi:type="dcterms:W3CDTF">2026-08-04T06:26:42Z</dcterms:created>
  <dcterms:modified xsi:type="dcterms:W3CDTF">2026-09-01T08:23:57Z</dcterms:modified>
</cp:coreProperties>
</file>