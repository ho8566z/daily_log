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9966FF"/>
    <a:srgbClr val="5B9BD5"/>
    <a:srgbClr val="9933FF"/>
    <a:srgbClr val="6699FF"/>
    <a:srgbClr val="EB5D45"/>
    <a:srgbClr val="404040"/>
    <a:srgbClr val="E7E6E6"/>
    <a:srgbClr val="D0CECE"/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380" autoAdjust="0"/>
    <p:restoredTop sz="94660"/>
  </p:normalViewPr>
  <p:slideViewPr>
    <p:cSldViewPr snapToGrid="0">
      <p:cViewPr>
        <p:scale>
          <a:sx n="33" d="100"/>
          <a:sy n="33" d="100"/>
        </p:scale>
        <p:origin x="828" y="10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26-09-01(Tue)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26-09-01(Tue)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26-09-01(Tue)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26-09-01(Tue)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26-09-01(Tue)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26-09-01(Tue)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26-09-01(Tue)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26-09-01(Tue)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26-09-01(Tue)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26-09-01(Tue)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26-09-01(Tue)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26-09-01(Tue)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525447" y="3356322"/>
            <a:ext cx="4320000" cy="900000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" name="직사각형 1"/>
          <p:cNvSpPr/>
          <p:nvPr/>
        </p:nvSpPr>
        <p:spPr>
          <a:xfrm>
            <a:off x="194553" y="875490"/>
            <a:ext cx="5040000" cy="3600000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818384" y="1055490"/>
            <a:ext cx="3600000" cy="162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DB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525447" y="1055490"/>
            <a:ext cx="3600000" cy="162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application</a:t>
            </a:r>
            <a:endParaRPr lang="ko-KR" altLang="en-US" sz="4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" name="타원 2"/>
          <p:cNvSpPr>
            <a:spLocks noChangeAspect="1"/>
          </p:cNvSpPr>
          <p:nvPr/>
        </p:nvSpPr>
        <p:spPr>
          <a:xfrm>
            <a:off x="993319" y="3536322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" name="타원 15"/>
          <p:cNvSpPr>
            <a:spLocks noChangeAspect="1"/>
          </p:cNvSpPr>
          <p:nvPr/>
        </p:nvSpPr>
        <p:spPr>
          <a:xfrm>
            <a:off x="1704383" y="3536322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" name="타원 16"/>
          <p:cNvSpPr>
            <a:spLocks noChangeAspect="1"/>
          </p:cNvSpPr>
          <p:nvPr/>
        </p:nvSpPr>
        <p:spPr>
          <a:xfrm>
            <a:off x="2415447" y="3536322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" name="타원 17"/>
          <p:cNvSpPr>
            <a:spLocks noChangeAspect="1"/>
          </p:cNvSpPr>
          <p:nvPr/>
        </p:nvSpPr>
        <p:spPr>
          <a:xfrm>
            <a:off x="3126511" y="3536322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" name="타원 18"/>
          <p:cNvSpPr>
            <a:spLocks noChangeAspect="1"/>
          </p:cNvSpPr>
          <p:nvPr/>
        </p:nvSpPr>
        <p:spPr>
          <a:xfrm>
            <a:off x="3837575" y="3536322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09259" y="413825"/>
            <a:ext cx="12105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tomcat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422056" y="2894657"/>
            <a:ext cx="25267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Connection pool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7" name="직선 화살표 연결선 6"/>
          <p:cNvCxnSpPr/>
          <p:nvPr/>
        </p:nvCxnSpPr>
        <p:spPr>
          <a:xfrm>
            <a:off x="4125447" y="1556426"/>
            <a:ext cx="360000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/>
          <p:cNvCxnSpPr/>
          <p:nvPr/>
        </p:nvCxnSpPr>
        <p:spPr>
          <a:xfrm flipH="1" flipV="1">
            <a:off x="4218384" y="2214664"/>
            <a:ext cx="360000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>
            <a:off x="5954553" y="1844118"/>
            <a:ext cx="720000" cy="72000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/>
          <p:cNvCxnSpPr/>
          <p:nvPr/>
        </p:nvCxnSpPr>
        <p:spPr>
          <a:xfrm flipH="1">
            <a:off x="5954553" y="1854664"/>
            <a:ext cx="720000" cy="72000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2847</TotalTime>
  <Words>132</Words>
  <Application>Microsoft Office PowerPoint</Application>
  <PresentationFormat>와이드스크린</PresentationFormat>
  <Paragraphs>78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나눔스퀘어 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user</cp:lastModifiedBy>
  <cp:revision>155</cp:revision>
  <dcterms:created xsi:type="dcterms:W3CDTF">2026-08-04T06:26:42Z</dcterms:created>
  <dcterms:modified xsi:type="dcterms:W3CDTF">2026-09-01T13:26:47Z</dcterms:modified>
</cp:coreProperties>
</file>