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6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66" d="100"/>
          <a:sy n="66" d="100"/>
        </p:scale>
        <p:origin x="136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0" y="22171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PC(Local)</a:t>
            </a: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JDK,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656000" y="22171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Dev(Stage) Server</a:t>
            </a:r>
          </a:p>
          <a:p>
            <a:pPr algn="ctr"/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Gradle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JDK, </a:t>
            </a:r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Build</a:t>
            </a:r>
            <a:endParaRPr lang="ko-KR" altLang="en-US" sz="2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9492000" y="4434214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Product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9312000" y="22171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Product Server</a:t>
            </a:r>
          </a:p>
          <a:p>
            <a:pPr algn="ctr"/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Gradle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JDK, </a:t>
            </a:r>
            <a:r>
              <a:rPr lang="en-US" altLang="ko-KR" sz="20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Build</a:t>
            </a:r>
            <a:endParaRPr lang="ko-KR" altLang="en-US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760972" y="4434214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Dev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3" name="꺾인 연결선 22"/>
          <p:cNvCxnSpPr>
            <a:stCxn id="4" idx="3"/>
            <a:endCxn id="13" idx="1"/>
          </p:cNvCxnSpPr>
          <p:nvPr/>
        </p:nvCxnSpPr>
        <p:spPr>
          <a:xfrm flipH="1" flipV="1">
            <a:off x="7163999" y="540000"/>
            <a:ext cx="372001" cy="2397107"/>
          </a:xfrm>
          <a:prstGeom prst="bentConnector5">
            <a:avLst>
              <a:gd name="adj1" fmla="val -142264"/>
              <a:gd name="adj2" fmla="val 53755"/>
              <a:gd name="adj3" fmla="val 238896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/>
          <p:cNvSpPr/>
          <p:nvPr/>
        </p:nvSpPr>
        <p:spPr>
          <a:xfrm>
            <a:off x="2507999" y="0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GitHub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163999" y="0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DockerHub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0000" y="4434214"/>
            <a:ext cx="2520000" cy="108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6804000" y="1378553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2" name="꺾인 연결선 31"/>
          <p:cNvCxnSpPr>
            <a:stCxn id="13" idx="3"/>
            <a:endCxn id="6" idx="0"/>
          </p:cNvCxnSpPr>
          <p:nvPr/>
        </p:nvCxnSpPr>
        <p:spPr>
          <a:xfrm>
            <a:off x="9683999" y="540000"/>
            <a:ext cx="1068001" cy="1677107"/>
          </a:xfrm>
          <a:prstGeom prst="bentConnector2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연결선 34"/>
          <p:cNvCxnSpPr>
            <a:stCxn id="2" idx="0"/>
            <a:endCxn id="3" idx="1"/>
          </p:cNvCxnSpPr>
          <p:nvPr/>
        </p:nvCxnSpPr>
        <p:spPr>
          <a:xfrm rot="5400000" flipH="1" flipV="1">
            <a:off x="1135446" y="844555"/>
            <a:ext cx="1677107" cy="1067999"/>
          </a:xfrm>
          <a:prstGeom prst="bentConnector2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 37"/>
          <p:cNvCxnSpPr>
            <a:stCxn id="3" idx="3"/>
            <a:endCxn id="4" idx="0"/>
          </p:cNvCxnSpPr>
          <p:nvPr/>
        </p:nvCxnSpPr>
        <p:spPr>
          <a:xfrm>
            <a:off x="5027999" y="540000"/>
            <a:ext cx="1068001" cy="1677107"/>
          </a:xfrm>
          <a:prstGeom prst="bentConnector2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/>
          <p:cNvSpPr/>
          <p:nvPr/>
        </p:nvSpPr>
        <p:spPr>
          <a:xfrm>
            <a:off x="4365714" y="1832065"/>
            <a:ext cx="1440000" cy="72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Ngnix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11003142" y="1831043"/>
            <a:ext cx="1440000" cy="72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Ngnix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0055998" y="182490"/>
            <a:ext cx="1440000" cy="72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DNS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" name="직선 화살표 연결선 7"/>
          <p:cNvCxnSpPr>
            <a:stCxn id="25" idx="0"/>
          </p:cNvCxnSpPr>
          <p:nvPr/>
        </p:nvCxnSpPr>
        <p:spPr>
          <a:xfrm flipV="1">
            <a:off x="1440000" y="3940295"/>
            <a:ext cx="0" cy="493919"/>
          </a:xfrm>
          <a:prstGeom prst="straightConnector1">
            <a:avLst/>
          </a:prstGeom>
          <a:ln w="76200">
            <a:solidFill>
              <a:schemeClr val="accent2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152400" y="23695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PC(Local)</a:t>
            </a: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JDK,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304800" y="2521907"/>
            <a:ext cx="2880000" cy="1440000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PC(Local)</a:t>
            </a: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JDK,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Git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MySQL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3" name="직선 화살표 연결선 32"/>
          <p:cNvCxnSpPr>
            <a:stCxn id="11" idx="0"/>
            <a:endCxn id="26" idx="0"/>
          </p:cNvCxnSpPr>
          <p:nvPr/>
        </p:nvCxnSpPr>
        <p:spPr>
          <a:xfrm flipV="1">
            <a:off x="6020972" y="3676328"/>
            <a:ext cx="1" cy="757886"/>
          </a:xfrm>
          <a:prstGeom prst="straightConnector1">
            <a:avLst/>
          </a:prstGeom>
          <a:ln w="76200">
            <a:solidFill>
              <a:schemeClr val="accent2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1340" y="3676328"/>
            <a:ext cx="1999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개발팀 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-&gt; QA(QM)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6" name="직선 화살표 연결선 35"/>
          <p:cNvCxnSpPr>
            <a:stCxn id="5" idx="0"/>
            <a:endCxn id="6" idx="2"/>
          </p:cNvCxnSpPr>
          <p:nvPr/>
        </p:nvCxnSpPr>
        <p:spPr>
          <a:xfrm flipV="1">
            <a:off x="10752000" y="3657107"/>
            <a:ext cx="0" cy="777107"/>
          </a:xfrm>
          <a:prstGeom prst="straightConnector1">
            <a:avLst/>
          </a:prstGeom>
          <a:ln w="76200">
            <a:solidFill>
              <a:schemeClr val="accent2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9672000" y="3423551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9780858" y="3546923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9904230" y="3670295"/>
            <a:ext cx="2160000" cy="54000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Docker Image(Jar)</a:t>
            </a:r>
            <a:endParaRPr lang="ko-KR" altLang="en-US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242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2874567" y="729733"/>
            <a:ext cx="587205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3200" b="1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WAS(Web </a:t>
            </a:r>
            <a:r>
              <a:rPr lang="en-US" altLang="ko-KR" sz="3200" b="1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Application Server)</a:t>
            </a:r>
          </a:p>
        </p:txBody>
      </p:sp>
      <p:grpSp>
        <p:nvGrpSpPr>
          <p:cNvPr id="47" name="그룹 46"/>
          <p:cNvGrpSpPr/>
          <p:nvPr/>
        </p:nvGrpSpPr>
        <p:grpSpPr>
          <a:xfrm>
            <a:off x="1103086" y="2235200"/>
            <a:ext cx="10777856" cy="3512404"/>
            <a:chOff x="1103086" y="2235200"/>
            <a:chExt cx="10777856" cy="3512404"/>
          </a:xfrm>
        </p:grpSpPr>
        <p:sp>
          <p:nvSpPr>
            <p:cNvPr id="6" name="직사각형 5"/>
            <p:cNvSpPr/>
            <p:nvPr/>
          </p:nvSpPr>
          <p:spPr>
            <a:xfrm>
              <a:off x="1103086" y="2235200"/>
              <a:ext cx="216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Client</a:t>
              </a:r>
              <a:endParaRPr lang="ko-KR" altLang="en-US" sz="4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7560942" y="2235200"/>
              <a:ext cx="432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Server</a:t>
              </a:r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9886913" y="3394068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WAS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(Tomcat)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7754971" y="3401326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Web Server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1" name="직선 화살표 연결선 10"/>
            <p:cNvCxnSpPr>
              <a:stCxn id="6" idx="3"/>
              <a:endCxn id="7" idx="1"/>
            </p:cNvCxnSpPr>
            <p:nvPr/>
          </p:nvCxnSpPr>
          <p:spPr>
            <a:xfrm>
              <a:off x="3263086" y="3675200"/>
              <a:ext cx="4297856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04467" y="3302239"/>
              <a:ext cx="22150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Request(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06481" y="5200762"/>
              <a:ext cx="19089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7754971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886913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endPara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92130" y="5378272"/>
              <a:ext cx="18576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4690811" y="3864251"/>
              <a:ext cx="1442405" cy="921657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DNS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(8.8.8.8)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7" name="꺾인 연결선 26"/>
            <p:cNvCxnSpPr>
              <a:stCxn id="9" idx="2"/>
              <a:endCxn id="6" idx="2"/>
            </p:cNvCxnSpPr>
            <p:nvPr/>
          </p:nvCxnSpPr>
          <p:spPr>
            <a:xfrm rot="5400000">
              <a:off x="5102092" y="1562321"/>
              <a:ext cx="633874" cy="6471885"/>
            </a:xfrm>
            <a:prstGeom prst="bentConnector3">
              <a:avLst>
                <a:gd name="adj1" fmla="val 186440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꺾인 연결선 32"/>
            <p:cNvCxnSpPr>
              <a:stCxn id="8" idx="2"/>
              <a:endCxn id="6" idx="2"/>
            </p:cNvCxnSpPr>
            <p:nvPr/>
          </p:nvCxnSpPr>
          <p:spPr>
            <a:xfrm rot="5400000">
              <a:off x="6164434" y="492721"/>
              <a:ext cx="641132" cy="8603827"/>
            </a:xfrm>
            <a:prstGeom prst="bentConnector3">
              <a:avLst>
                <a:gd name="adj1" fmla="val 221681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171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4" name="직선 화살표 연결선 23"/>
          <p:cNvCxnSpPr>
            <a:stCxn id="21" idx="3"/>
            <a:endCxn id="2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22" idx="3"/>
            <a:endCxn id="2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7786288" y="6538930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7786288" y="5162765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786288" y="37851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786288" y="2407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788388" y="7915095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482138" y="8635095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7" name="직선 화살표 연결선 36"/>
          <p:cNvCxnSpPr>
            <a:endCxn id="33" idx="0"/>
          </p:cNvCxnSpPr>
          <p:nvPr/>
        </p:nvCxnSpPr>
        <p:spPr>
          <a:xfrm>
            <a:off x="11026288" y="31275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>
            <a:stCxn id="33" idx="2"/>
            <a:endCxn id="32" idx="0"/>
          </p:cNvCxnSpPr>
          <p:nvPr/>
        </p:nvCxnSpPr>
        <p:spPr>
          <a:xfrm>
            <a:off x="11026288" y="4505162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>
            <a:stCxn id="32" idx="2"/>
            <a:endCxn id="31" idx="0"/>
          </p:cNvCxnSpPr>
          <p:nvPr/>
        </p:nvCxnSpPr>
        <p:spPr>
          <a:xfrm>
            <a:off x="11026288" y="5882765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31" idx="2"/>
            <a:endCxn id="35" idx="0"/>
          </p:cNvCxnSpPr>
          <p:nvPr/>
        </p:nvCxnSpPr>
        <p:spPr>
          <a:xfrm>
            <a:off x="11026288" y="7258930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7426288" y="1746108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9652138" y="1386109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237270" y="740234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237270" y="6023141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237270" y="464593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7270" y="326977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3152</TotalTime>
  <Words>288</Words>
  <Application>Microsoft Office PowerPoint</Application>
  <PresentationFormat>와이드스크린</PresentationFormat>
  <Paragraphs>144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203</cp:revision>
  <dcterms:created xsi:type="dcterms:W3CDTF">2026-08-04T06:26:42Z</dcterms:created>
  <dcterms:modified xsi:type="dcterms:W3CDTF">2026-10-01T00:06:00Z</dcterms:modified>
</cp:coreProperties>
</file>