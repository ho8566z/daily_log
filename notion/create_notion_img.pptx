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0" r:id="rId2"/>
    <p:sldId id="261" r:id="rId3"/>
    <p:sldId id="256" r:id="rId4"/>
    <p:sldId id="259" r:id="rId5"/>
    <p:sldId id="257" r:id="rId6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90000"/>
    <a:srgbClr val="CC0000"/>
    <a:srgbClr val="ED7D31"/>
    <a:srgbClr val="FFFFFF"/>
    <a:srgbClr val="9966FF"/>
    <a:srgbClr val="5B9BD5"/>
    <a:srgbClr val="9933FF"/>
    <a:srgbClr val="6699FF"/>
    <a:srgbClr val="EB5D45"/>
    <a:srgbClr val="40404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8380" autoAdjust="0"/>
    <p:restoredTop sz="94660"/>
  </p:normalViewPr>
  <p:slideViewPr>
    <p:cSldViewPr snapToGrid="0">
      <p:cViewPr>
        <p:scale>
          <a:sx n="50" d="100"/>
          <a:sy n="50" d="100"/>
        </p:scale>
        <p:origin x="858" y="15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2026-09-30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673587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2026-09-30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649670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2026-09-30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996171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2026-09-30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60156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2026-09-30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03043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2026-09-30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774975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2026-09-30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576925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2026-09-30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956665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2026-09-30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204264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2026-09-30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092555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2026-09-30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479361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237CE1A-8831-48B5-BA93-72483C6E34E8}" type="datetimeFigureOut">
              <a:rPr lang="ko-KR" altLang="en-US" smtClean="0"/>
              <a:t>2026-09-30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422006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9" name="그룹 48"/>
          <p:cNvGrpSpPr/>
          <p:nvPr/>
        </p:nvGrpSpPr>
        <p:grpSpPr>
          <a:xfrm>
            <a:off x="0" y="0"/>
            <a:ext cx="12443142" cy="5514214"/>
            <a:chOff x="0" y="0"/>
            <a:chExt cx="12443142" cy="5514214"/>
          </a:xfrm>
        </p:grpSpPr>
        <p:sp>
          <p:nvSpPr>
            <p:cNvPr id="2" name="직사각형 1"/>
            <p:cNvSpPr/>
            <p:nvPr/>
          </p:nvSpPr>
          <p:spPr>
            <a:xfrm>
              <a:off x="0" y="2217107"/>
              <a:ext cx="2880000" cy="1440000"/>
            </a:xfrm>
            <a:prstGeom prst="rect">
              <a:avLst/>
            </a:prstGeom>
            <a:solidFill>
              <a:schemeClr val="accent5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24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개발</a:t>
              </a:r>
              <a:r>
                <a:rPr lang="en-US" altLang="ko-KR" sz="24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PC(Local)</a:t>
              </a:r>
            </a:p>
            <a:p>
              <a:pPr algn="ctr"/>
              <a:r>
                <a:rPr lang="en-US" altLang="ko-KR" sz="24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JDK, </a:t>
              </a:r>
              <a:r>
                <a:rPr lang="en-US" altLang="ko-KR" sz="2400" dirty="0" err="1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Git</a:t>
              </a:r>
              <a:r>
                <a:rPr lang="en-US" altLang="ko-KR" sz="24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, MySQL</a:t>
              </a:r>
              <a:endParaRPr lang="ko-KR" altLang="en-US" sz="24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4" name="직사각형 3"/>
            <p:cNvSpPr/>
            <p:nvPr/>
          </p:nvSpPr>
          <p:spPr>
            <a:xfrm>
              <a:off x="4656000" y="2217107"/>
              <a:ext cx="2880000" cy="1440000"/>
            </a:xfrm>
            <a:prstGeom prst="rect">
              <a:avLst/>
            </a:prstGeom>
            <a:solidFill>
              <a:schemeClr val="accent5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Dev(Stage) Server</a:t>
              </a:r>
            </a:p>
            <a:p>
              <a:pPr algn="ctr"/>
              <a:r>
                <a:rPr lang="en-US" altLang="ko-KR" sz="2000" dirty="0" err="1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Gradle</a:t>
              </a:r>
              <a:r>
                <a:rPr lang="en-US" altLang="ko-KR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, JDK, </a:t>
              </a:r>
              <a:r>
                <a:rPr lang="en-US" altLang="ko-KR" sz="2000" dirty="0" err="1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Git</a:t>
              </a:r>
              <a:r>
                <a:rPr lang="en-US" altLang="ko-KR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, Build</a:t>
              </a:r>
              <a:endParaRPr lang="ko-KR" altLang="en-US" sz="20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5" name="직사각형 4"/>
            <p:cNvSpPr/>
            <p:nvPr/>
          </p:nvSpPr>
          <p:spPr>
            <a:xfrm>
              <a:off x="9492000" y="4434214"/>
              <a:ext cx="2520000" cy="1080000"/>
            </a:xfrm>
            <a:prstGeom prst="rect">
              <a:avLst/>
            </a:prstGeom>
            <a:solidFill>
              <a:schemeClr val="accent5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24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Product MySQL</a:t>
              </a:r>
              <a:endParaRPr lang="ko-KR" altLang="en-US" sz="24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6" name="직사각형 5"/>
            <p:cNvSpPr/>
            <p:nvPr/>
          </p:nvSpPr>
          <p:spPr>
            <a:xfrm>
              <a:off x="9312000" y="2217107"/>
              <a:ext cx="2880000" cy="1440000"/>
            </a:xfrm>
            <a:prstGeom prst="rect">
              <a:avLst/>
            </a:prstGeom>
            <a:solidFill>
              <a:schemeClr val="accent5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Product</a:t>
              </a:r>
              <a:r>
                <a:rPr lang="en-US" altLang="ko-KR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Server</a:t>
              </a:r>
            </a:p>
            <a:p>
              <a:pPr algn="ctr"/>
              <a:r>
                <a:rPr lang="en-US" altLang="ko-KR" sz="2000" dirty="0" err="1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Gradle</a:t>
              </a:r>
              <a:r>
                <a:rPr lang="en-US" altLang="ko-KR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, JDK, </a:t>
              </a:r>
              <a:r>
                <a:rPr lang="en-US" altLang="ko-KR" sz="2000" dirty="0" err="1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Git</a:t>
              </a:r>
              <a:r>
                <a:rPr lang="en-US" altLang="ko-KR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, Build</a:t>
              </a:r>
              <a:endParaRPr lang="ko-KR" altLang="en-US" sz="20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11" name="직사각형 10"/>
            <p:cNvSpPr/>
            <p:nvPr/>
          </p:nvSpPr>
          <p:spPr>
            <a:xfrm>
              <a:off x="4836000" y="4434214"/>
              <a:ext cx="2520000" cy="1080000"/>
            </a:xfrm>
            <a:prstGeom prst="rect">
              <a:avLst/>
            </a:prstGeom>
            <a:solidFill>
              <a:schemeClr val="accent5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24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Dev MySQL</a:t>
              </a:r>
              <a:endParaRPr lang="ko-KR" altLang="en-US" sz="24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cxnSp>
          <p:nvCxnSpPr>
            <p:cNvPr id="23" name="꺾인 연결선 22"/>
            <p:cNvCxnSpPr>
              <a:stCxn id="4" idx="3"/>
              <a:endCxn id="13" idx="1"/>
            </p:cNvCxnSpPr>
            <p:nvPr/>
          </p:nvCxnSpPr>
          <p:spPr>
            <a:xfrm flipH="1" flipV="1">
              <a:off x="7163999" y="540000"/>
              <a:ext cx="372001" cy="2397107"/>
            </a:xfrm>
            <a:prstGeom prst="bentConnector5">
              <a:avLst>
                <a:gd name="adj1" fmla="val -142264"/>
                <a:gd name="adj2" fmla="val 53755"/>
                <a:gd name="adj3" fmla="val 238896"/>
              </a:avLst>
            </a:prstGeom>
            <a:ln w="76200"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" name="직사각형 2"/>
            <p:cNvSpPr/>
            <p:nvPr/>
          </p:nvSpPr>
          <p:spPr>
            <a:xfrm>
              <a:off x="2507999" y="0"/>
              <a:ext cx="2520000" cy="1080000"/>
            </a:xfrm>
            <a:prstGeom prst="rect">
              <a:avLst/>
            </a:prstGeom>
            <a:solidFill>
              <a:schemeClr val="accent5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24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GitHub</a:t>
              </a:r>
              <a:endParaRPr lang="ko-KR" altLang="en-US" sz="24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13" name="직사각형 12"/>
            <p:cNvSpPr/>
            <p:nvPr/>
          </p:nvSpPr>
          <p:spPr>
            <a:xfrm>
              <a:off x="7163999" y="0"/>
              <a:ext cx="2520000" cy="1080000"/>
            </a:xfrm>
            <a:prstGeom prst="rect">
              <a:avLst/>
            </a:prstGeom>
            <a:solidFill>
              <a:schemeClr val="accent5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2400" dirty="0" err="1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DockerHub</a:t>
              </a:r>
              <a:endParaRPr lang="ko-KR" altLang="en-US" sz="24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25" name="직사각형 24"/>
            <p:cNvSpPr/>
            <p:nvPr/>
          </p:nvSpPr>
          <p:spPr>
            <a:xfrm>
              <a:off x="180000" y="4434214"/>
              <a:ext cx="2520000" cy="1080000"/>
            </a:xfrm>
            <a:prstGeom prst="rect">
              <a:avLst/>
            </a:prstGeom>
            <a:solidFill>
              <a:schemeClr val="accent5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24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개발</a:t>
              </a:r>
              <a:r>
                <a:rPr lang="en-US" altLang="ko-KR" sz="24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MySQL</a:t>
              </a:r>
              <a:endParaRPr lang="ko-KR" altLang="en-US" sz="24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5021340" y="3676328"/>
              <a:ext cx="199926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개발팀 </a:t>
              </a:r>
              <a:r>
                <a:rPr lang="en-US" altLang="ko-KR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-&gt; QA(QM)</a:t>
              </a:r>
              <a:endParaRPr lang="ko-KR" altLang="en-US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27" name="직사각형 26"/>
            <p:cNvSpPr/>
            <p:nvPr/>
          </p:nvSpPr>
          <p:spPr>
            <a:xfrm>
              <a:off x="6804000" y="1378553"/>
              <a:ext cx="2160000" cy="540000"/>
            </a:xfrm>
            <a:prstGeom prst="rect">
              <a:avLst/>
            </a:prstGeom>
            <a:solidFill>
              <a:schemeClr val="accent4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Docker Image(Jar)</a:t>
              </a:r>
              <a:endParaRPr lang="ko-KR" altLang="en-US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cxnSp>
          <p:nvCxnSpPr>
            <p:cNvPr id="32" name="꺾인 연결선 31"/>
            <p:cNvCxnSpPr>
              <a:stCxn id="13" idx="3"/>
              <a:endCxn id="6" idx="0"/>
            </p:cNvCxnSpPr>
            <p:nvPr/>
          </p:nvCxnSpPr>
          <p:spPr>
            <a:xfrm>
              <a:off x="9683999" y="540000"/>
              <a:ext cx="1068001" cy="1677107"/>
            </a:xfrm>
            <a:prstGeom prst="bentConnector2">
              <a:avLst/>
            </a:prstGeom>
            <a:ln w="76200"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꺾인 연결선 34"/>
            <p:cNvCxnSpPr>
              <a:stCxn id="2" idx="0"/>
              <a:endCxn id="3" idx="1"/>
            </p:cNvCxnSpPr>
            <p:nvPr/>
          </p:nvCxnSpPr>
          <p:spPr>
            <a:xfrm rot="5400000" flipH="1" flipV="1">
              <a:off x="1135446" y="844555"/>
              <a:ext cx="1677107" cy="1067999"/>
            </a:xfrm>
            <a:prstGeom prst="bentConnector2">
              <a:avLst/>
            </a:prstGeom>
            <a:ln w="76200"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꺾인 연결선 37"/>
            <p:cNvCxnSpPr>
              <a:stCxn id="3" idx="3"/>
              <a:endCxn id="4" idx="0"/>
            </p:cNvCxnSpPr>
            <p:nvPr/>
          </p:nvCxnSpPr>
          <p:spPr>
            <a:xfrm>
              <a:off x="5027999" y="540000"/>
              <a:ext cx="1068001" cy="1677107"/>
            </a:xfrm>
            <a:prstGeom prst="bentConnector2">
              <a:avLst/>
            </a:prstGeom>
            <a:ln w="76200"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직사각형 40"/>
            <p:cNvSpPr/>
            <p:nvPr/>
          </p:nvSpPr>
          <p:spPr>
            <a:xfrm>
              <a:off x="9672000" y="3423551"/>
              <a:ext cx="2160000" cy="540000"/>
            </a:xfrm>
            <a:prstGeom prst="rect">
              <a:avLst/>
            </a:prstGeom>
            <a:solidFill>
              <a:schemeClr val="accent4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Docker Image(Jar)</a:t>
              </a:r>
              <a:endParaRPr lang="ko-KR" altLang="en-US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42" name="직사각형 41"/>
            <p:cNvSpPr/>
            <p:nvPr/>
          </p:nvSpPr>
          <p:spPr>
            <a:xfrm>
              <a:off x="123372" y="2354993"/>
              <a:ext cx="2880000" cy="1440000"/>
            </a:xfrm>
            <a:prstGeom prst="rect">
              <a:avLst/>
            </a:prstGeom>
            <a:solidFill>
              <a:schemeClr val="accent5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24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개발</a:t>
              </a:r>
              <a:r>
                <a:rPr lang="en-US" altLang="ko-KR" sz="24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PC(Local)</a:t>
              </a:r>
            </a:p>
            <a:p>
              <a:pPr algn="ctr"/>
              <a:r>
                <a:rPr lang="en-US" altLang="ko-KR" sz="24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JDK, </a:t>
              </a:r>
              <a:r>
                <a:rPr lang="en-US" altLang="ko-KR" sz="2400" dirty="0" err="1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Git</a:t>
              </a:r>
              <a:r>
                <a:rPr lang="en-US" altLang="ko-KR" sz="24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, MySQL</a:t>
              </a:r>
              <a:endParaRPr lang="ko-KR" altLang="en-US" sz="24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43" name="직사각형 42"/>
            <p:cNvSpPr/>
            <p:nvPr/>
          </p:nvSpPr>
          <p:spPr>
            <a:xfrm>
              <a:off x="290286" y="2492879"/>
              <a:ext cx="2880000" cy="1440000"/>
            </a:xfrm>
            <a:prstGeom prst="rect">
              <a:avLst/>
            </a:prstGeom>
            <a:solidFill>
              <a:schemeClr val="accent5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24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개발</a:t>
              </a:r>
              <a:r>
                <a:rPr lang="en-US" altLang="ko-KR" sz="24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PC(Local)</a:t>
              </a:r>
            </a:p>
            <a:p>
              <a:pPr algn="ctr"/>
              <a:r>
                <a:rPr lang="en-US" altLang="ko-KR" sz="24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JDK, </a:t>
              </a:r>
              <a:r>
                <a:rPr lang="en-US" altLang="ko-KR" sz="2400" dirty="0" err="1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Git</a:t>
              </a:r>
              <a:r>
                <a:rPr lang="en-US" altLang="ko-KR" sz="24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, MySQL</a:t>
              </a:r>
              <a:endParaRPr lang="ko-KR" altLang="en-US" sz="24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44" name="직사각형 43"/>
            <p:cNvSpPr/>
            <p:nvPr/>
          </p:nvSpPr>
          <p:spPr>
            <a:xfrm>
              <a:off x="9780858" y="3546923"/>
              <a:ext cx="2160000" cy="540000"/>
            </a:xfrm>
            <a:prstGeom prst="rect">
              <a:avLst/>
            </a:prstGeom>
            <a:solidFill>
              <a:schemeClr val="accent4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Docker Image(Jar)</a:t>
              </a:r>
              <a:endParaRPr lang="ko-KR" altLang="en-US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45" name="직사각형 44"/>
            <p:cNvSpPr/>
            <p:nvPr/>
          </p:nvSpPr>
          <p:spPr>
            <a:xfrm>
              <a:off x="9904230" y="3670295"/>
              <a:ext cx="2160000" cy="540000"/>
            </a:xfrm>
            <a:prstGeom prst="rect">
              <a:avLst/>
            </a:prstGeom>
            <a:solidFill>
              <a:schemeClr val="accent4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Docker Image(Jar)</a:t>
              </a:r>
              <a:endParaRPr lang="ko-KR" altLang="en-US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46" name="직사각형 45"/>
            <p:cNvSpPr/>
            <p:nvPr/>
          </p:nvSpPr>
          <p:spPr>
            <a:xfrm>
              <a:off x="4365714" y="1832065"/>
              <a:ext cx="1440000" cy="720000"/>
            </a:xfrm>
            <a:prstGeom prst="rect">
              <a:avLst/>
            </a:prstGeom>
            <a:solidFill>
              <a:schemeClr val="accent5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2400" dirty="0" err="1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Ngnix</a:t>
              </a:r>
              <a:endParaRPr lang="ko-KR" altLang="en-US" sz="24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47" name="직사각형 46"/>
            <p:cNvSpPr/>
            <p:nvPr/>
          </p:nvSpPr>
          <p:spPr>
            <a:xfrm>
              <a:off x="11003142" y="1831043"/>
              <a:ext cx="1440000" cy="720000"/>
            </a:xfrm>
            <a:prstGeom prst="rect">
              <a:avLst/>
            </a:prstGeom>
            <a:solidFill>
              <a:schemeClr val="accent5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2400" dirty="0" err="1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Ngnix</a:t>
              </a:r>
              <a:endParaRPr lang="ko-KR" altLang="en-US" sz="24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48" name="직사각형 47"/>
            <p:cNvSpPr/>
            <p:nvPr/>
          </p:nvSpPr>
          <p:spPr>
            <a:xfrm>
              <a:off x="9060858" y="1824689"/>
              <a:ext cx="1440000" cy="720000"/>
            </a:xfrm>
            <a:prstGeom prst="rect">
              <a:avLst/>
            </a:prstGeom>
            <a:solidFill>
              <a:schemeClr val="accent5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24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DNS</a:t>
              </a:r>
              <a:endParaRPr lang="ko-KR" altLang="en-US" sz="24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624245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2874567" y="729733"/>
            <a:ext cx="5872057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3200" b="1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WAS(Web </a:t>
            </a:r>
            <a:r>
              <a:rPr lang="en-US" altLang="ko-KR" sz="3200" b="1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Application Server)</a:t>
            </a:r>
          </a:p>
        </p:txBody>
      </p:sp>
      <p:grpSp>
        <p:nvGrpSpPr>
          <p:cNvPr id="47" name="그룹 46"/>
          <p:cNvGrpSpPr/>
          <p:nvPr/>
        </p:nvGrpSpPr>
        <p:grpSpPr>
          <a:xfrm>
            <a:off x="1103086" y="2235200"/>
            <a:ext cx="10777856" cy="3512404"/>
            <a:chOff x="1103086" y="2235200"/>
            <a:chExt cx="10777856" cy="3512404"/>
          </a:xfrm>
        </p:grpSpPr>
        <p:sp>
          <p:nvSpPr>
            <p:cNvPr id="6" name="직사각형 5"/>
            <p:cNvSpPr/>
            <p:nvPr/>
          </p:nvSpPr>
          <p:spPr>
            <a:xfrm>
              <a:off x="1103086" y="2235200"/>
              <a:ext cx="2160000" cy="2880000"/>
            </a:xfrm>
            <a:prstGeom prst="rect">
              <a:avLst/>
            </a:prstGeom>
            <a:solidFill>
              <a:schemeClr val="accent5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4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Client</a:t>
              </a:r>
              <a:endParaRPr lang="ko-KR" altLang="en-US" sz="40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7" name="직사각형 6"/>
            <p:cNvSpPr/>
            <p:nvPr/>
          </p:nvSpPr>
          <p:spPr>
            <a:xfrm>
              <a:off x="7560942" y="2235200"/>
              <a:ext cx="4320000" cy="2880000"/>
            </a:xfrm>
            <a:prstGeom prst="rect">
              <a:avLst/>
            </a:prstGeom>
            <a:solidFill>
              <a:schemeClr val="accent5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36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Server</a:t>
              </a:r>
              <a:endParaRPr lang="en-US" altLang="ko-KR" sz="32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  <a:p>
              <a:pPr algn="ctr"/>
              <a:endParaRPr lang="en-US" altLang="ko-KR" sz="32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  <a:p>
              <a:pPr algn="ctr"/>
              <a:endParaRPr lang="en-US" altLang="ko-KR" sz="32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  <a:p>
              <a:pPr algn="ctr"/>
              <a:endParaRPr lang="en-US" altLang="ko-KR" sz="32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  <a:p>
              <a:pPr algn="ctr"/>
              <a:endParaRPr lang="ko-KR" altLang="en-US" sz="32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8" name="직사각형 7"/>
            <p:cNvSpPr/>
            <p:nvPr/>
          </p:nvSpPr>
          <p:spPr>
            <a:xfrm>
              <a:off x="9886913" y="3394068"/>
              <a:ext cx="1800000" cy="1080000"/>
            </a:xfrm>
            <a:prstGeom prst="rect">
              <a:avLst/>
            </a:prstGeom>
            <a:solidFill>
              <a:schemeClr val="accent5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WAS</a:t>
              </a:r>
            </a:p>
            <a:p>
              <a:pPr algn="ctr"/>
              <a:r>
                <a:rPr lang="en-US" altLang="ko-KR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(Tomcat)</a:t>
              </a:r>
              <a:endParaRPr lang="ko-KR" altLang="en-US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9" name="직사각형 8"/>
            <p:cNvSpPr/>
            <p:nvPr/>
          </p:nvSpPr>
          <p:spPr>
            <a:xfrm>
              <a:off x="7754971" y="3401326"/>
              <a:ext cx="1800000" cy="1080000"/>
            </a:xfrm>
            <a:prstGeom prst="rect">
              <a:avLst/>
            </a:prstGeom>
            <a:solidFill>
              <a:schemeClr val="accent5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Web Server</a:t>
              </a:r>
            </a:p>
            <a:p>
              <a:pPr algn="ctr"/>
              <a:r>
                <a:rPr lang="en-US" altLang="ko-KR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(</a:t>
              </a:r>
              <a:r>
                <a:rPr lang="en-US" altLang="ko-KR" dirty="0" err="1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Ngnix</a:t>
              </a:r>
              <a:r>
                <a:rPr lang="en-US" altLang="ko-KR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)</a:t>
              </a:r>
              <a:endParaRPr lang="ko-KR" altLang="en-US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cxnSp>
          <p:nvCxnSpPr>
            <p:cNvPr id="11" name="직선 화살표 연결선 10"/>
            <p:cNvCxnSpPr>
              <a:stCxn id="6" idx="3"/>
              <a:endCxn id="7" idx="1"/>
            </p:cNvCxnSpPr>
            <p:nvPr/>
          </p:nvCxnSpPr>
          <p:spPr>
            <a:xfrm>
              <a:off x="3263086" y="3675200"/>
              <a:ext cx="4297856" cy="0"/>
            </a:xfrm>
            <a:prstGeom prst="straightConnector1">
              <a:avLst/>
            </a:prstGeom>
            <a:ln w="76200"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12"/>
            <p:cNvSpPr txBox="1"/>
            <p:nvPr/>
          </p:nvSpPr>
          <p:spPr>
            <a:xfrm>
              <a:off x="4304467" y="3302239"/>
              <a:ext cx="22150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Request(</a:t>
              </a:r>
              <a:r>
                <a:rPr lang="ko-KR" altLang="en-US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정적</a:t>
              </a:r>
              <a:r>
                <a:rPr lang="en-US" altLang="ko-KR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, </a:t>
              </a:r>
              <a:r>
                <a:rPr lang="ko-KR" altLang="en-US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동적</a:t>
              </a:r>
              <a:r>
                <a:rPr lang="en-US" altLang="ko-KR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)</a:t>
              </a:r>
              <a:endParaRPr lang="ko-KR" altLang="en-US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6606481" y="5200762"/>
              <a:ext cx="190892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Response (</a:t>
              </a:r>
              <a:r>
                <a:rPr lang="ko-KR" altLang="en-US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정적</a:t>
              </a:r>
              <a:r>
                <a:rPr lang="en-US" altLang="ko-KR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)</a:t>
              </a:r>
              <a:endParaRPr lang="ko-KR" altLang="en-US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15" name="직사각형 14"/>
            <p:cNvSpPr/>
            <p:nvPr/>
          </p:nvSpPr>
          <p:spPr>
            <a:xfrm>
              <a:off x="7754971" y="4488151"/>
              <a:ext cx="604653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ko-KR" altLang="en-US" dirty="0">
                  <a:solidFill>
                    <a:schemeClr val="bg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정적</a:t>
              </a:r>
            </a:p>
          </p:txBody>
        </p:sp>
        <p:sp>
          <p:nvSpPr>
            <p:cNvPr id="18" name="직사각형 17"/>
            <p:cNvSpPr/>
            <p:nvPr/>
          </p:nvSpPr>
          <p:spPr>
            <a:xfrm>
              <a:off x="9886913" y="4488151"/>
              <a:ext cx="604653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ko-KR" altLang="en-US" dirty="0">
                  <a:solidFill>
                    <a:schemeClr val="bg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동</a:t>
              </a:r>
              <a:r>
                <a:rPr lang="ko-KR" altLang="en-US" dirty="0" smtClean="0">
                  <a:solidFill>
                    <a:schemeClr val="bg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적</a:t>
              </a:r>
              <a:endParaRPr lang="ko-KR" altLang="en-US" dirty="0">
                <a:solidFill>
                  <a:schemeClr val="bg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8792130" y="5378272"/>
              <a:ext cx="185762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Response (</a:t>
              </a:r>
              <a:r>
                <a:rPr lang="ko-KR" altLang="en-US" dirty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동</a:t>
              </a:r>
              <a:r>
                <a:rPr lang="ko-KR" altLang="en-US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적</a:t>
              </a:r>
              <a:r>
                <a:rPr lang="en-US" altLang="ko-KR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)</a:t>
              </a:r>
              <a:endParaRPr lang="ko-KR" altLang="en-US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24" name="직사각형 23"/>
            <p:cNvSpPr/>
            <p:nvPr/>
          </p:nvSpPr>
          <p:spPr>
            <a:xfrm>
              <a:off x="4690811" y="3864251"/>
              <a:ext cx="1442405" cy="921657"/>
            </a:xfrm>
            <a:prstGeom prst="rect">
              <a:avLst/>
            </a:prstGeom>
            <a:solidFill>
              <a:schemeClr val="accent5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DNS</a:t>
              </a:r>
            </a:p>
            <a:p>
              <a:pPr algn="ctr"/>
              <a:r>
                <a:rPr lang="en-US" altLang="ko-KR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(8.8.8.8)</a:t>
              </a:r>
              <a:endParaRPr lang="ko-KR" altLang="en-US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cxnSp>
          <p:nvCxnSpPr>
            <p:cNvPr id="27" name="꺾인 연결선 26"/>
            <p:cNvCxnSpPr>
              <a:stCxn id="9" idx="2"/>
              <a:endCxn id="6" idx="2"/>
            </p:cNvCxnSpPr>
            <p:nvPr/>
          </p:nvCxnSpPr>
          <p:spPr>
            <a:xfrm rot="5400000">
              <a:off x="5102092" y="1562321"/>
              <a:ext cx="633874" cy="6471885"/>
            </a:xfrm>
            <a:prstGeom prst="bentConnector3">
              <a:avLst>
                <a:gd name="adj1" fmla="val 186440"/>
              </a:avLst>
            </a:prstGeom>
            <a:ln w="76200"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꺾인 연결선 32"/>
            <p:cNvCxnSpPr>
              <a:stCxn id="8" idx="2"/>
              <a:endCxn id="6" idx="2"/>
            </p:cNvCxnSpPr>
            <p:nvPr/>
          </p:nvCxnSpPr>
          <p:spPr>
            <a:xfrm rot="5400000">
              <a:off x="6164434" y="492721"/>
              <a:ext cx="641132" cy="8603827"/>
            </a:xfrm>
            <a:prstGeom prst="bentConnector3">
              <a:avLst>
                <a:gd name="adj1" fmla="val 221681"/>
              </a:avLst>
            </a:prstGeom>
            <a:ln w="76200"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091715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직사각형 75"/>
          <p:cNvSpPr/>
          <p:nvPr/>
        </p:nvSpPr>
        <p:spPr>
          <a:xfrm>
            <a:off x="6500" y="2422853"/>
            <a:ext cx="6480000" cy="720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dirty="0" err="1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UsernamePasswordAuththenticationFilter</a:t>
            </a:r>
            <a:endParaRPr lang="ko-KR" altLang="en-US" sz="28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77" name="직사각형 76"/>
          <p:cNvSpPr/>
          <p:nvPr/>
        </p:nvSpPr>
        <p:spPr>
          <a:xfrm>
            <a:off x="6500" y="3800456"/>
            <a:ext cx="6480000" cy="720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3200" dirty="0" err="1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AuthenticationManager</a:t>
            </a:r>
            <a:endParaRPr lang="ko-KR" altLang="en-US" sz="32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78" name="직사각형 77"/>
          <p:cNvSpPr/>
          <p:nvPr/>
        </p:nvSpPr>
        <p:spPr>
          <a:xfrm>
            <a:off x="6500" y="5178059"/>
            <a:ext cx="6480000" cy="720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3200" dirty="0" err="1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AuthenticationProvider</a:t>
            </a:r>
            <a:endParaRPr lang="ko-KR" altLang="en-US" sz="32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80" name="직사각형 79"/>
          <p:cNvSpPr/>
          <p:nvPr/>
        </p:nvSpPr>
        <p:spPr>
          <a:xfrm>
            <a:off x="6500" y="6555662"/>
            <a:ext cx="6480000" cy="720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3200" dirty="0" err="1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UserDetailService</a:t>
            </a:r>
            <a:endParaRPr lang="ko-KR" altLang="en-US" sz="32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cxnSp>
        <p:nvCxnSpPr>
          <p:cNvPr id="86" name="직선 화살표 연결선 85"/>
          <p:cNvCxnSpPr>
            <a:stCxn id="76" idx="2"/>
            <a:endCxn id="77" idx="0"/>
          </p:cNvCxnSpPr>
          <p:nvPr/>
        </p:nvCxnSpPr>
        <p:spPr>
          <a:xfrm>
            <a:off x="3246500" y="3142853"/>
            <a:ext cx="0" cy="657603"/>
          </a:xfrm>
          <a:prstGeom prst="straightConnector1">
            <a:avLst/>
          </a:prstGeom>
          <a:ln w="762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직선 화살표 연결선 86"/>
          <p:cNvCxnSpPr>
            <a:stCxn id="77" idx="2"/>
            <a:endCxn id="78" idx="0"/>
          </p:cNvCxnSpPr>
          <p:nvPr/>
        </p:nvCxnSpPr>
        <p:spPr>
          <a:xfrm>
            <a:off x="3246500" y="4520456"/>
            <a:ext cx="0" cy="657603"/>
          </a:xfrm>
          <a:prstGeom prst="straightConnector1">
            <a:avLst/>
          </a:prstGeom>
          <a:ln w="762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직선 화살표 연결선 87"/>
          <p:cNvCxnSpPr>
            <a:stCxn id="78" idx="2"/>
            <a:endCxn id="80" idx="0"/>
          </p:cNvCxnSpPr>
          <p:nvPr/>
        </p:nvCxnSpPr>
        <p:spPr>
          <a:xfrm>
            <a:off x="3246500" y="5898059"/>
            <a:ext cx="0" cy="657603"/>
          </a:xfrm>
          <a:prstGeom prst="straightConnector1">
            <a:avLst/>
          </a:prstGeom>
          <a:ln w="762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" name="직사각형 88"/>
          <p:cNvSpPr/>
          <p:nvPr/>
        </p:nvSpPr>
        <p:spPr>
          <a:xfrm>
            <a:off x="3606500" y="7933265"/>
            <a:ext cx="2880000" cy="720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dirty="0" err="1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DispatcherSevlet</a:t>
            </a:r>
            <a:endParaRPr lang="ko-KR" altLang="en-US" sz="24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0" name="TextBox 109"/>
          <p:cNvSpPr txBox="1"/>
          <p:nvPr/>
        </p:nvSpPr>
        <p:spPr>
          <a:xfrm>
            <a:off x="3468627" y="3286269"/>
            <a:ext cx="22557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Authentication </a:t>
            </a:r>
            <a:r>
              <a:rPr lang="ko-KR" altLang="en-US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전달</a:t>
            </a:r>
            <a:endParaRPr lang="ko-KR" altLang="en-US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2" name="TextBox 111"/>
          <p:cNvSpPr txBox="1"/>
          <p:nvPr/>
        </p:nvSpPr>
        <p:spPr>
          <a:xfrm>
            <a:off x="3468627" y="4663872"/>
            <a:ext cx="15888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Provider </a:t>
            </a:r>
            <a:r>
              <a:rPr lang="ko-KR" altLang="en-US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선택</a:t>
            </a:r>
            <a:endParaRPr lang="ko-KR" altLang="en-US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3" name="TextBox 112"/>
          <p:cNvSpPr txBox="1"/>
          <p:nvPr/>
        </p:nvSpPr>
        <p:spPr>
          <a:xfrm>
            <a:off x="3468627" y="6042194"/>
            <a:ext cx="18646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DB</a:t>
            </a:r>
            <a:r>
              <a:rPr lang="ko-KR" altLang="en-US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정보 조회 지시</a:t>
            </a:r>
            <a:endParaRPr lang="ko-KR" altLang="en-US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4" name="TextBox 113"/>
          <p:cNvSpPr txBox="1"/>
          <p:nvPr/>
        </p:nvSpPr>
        <p:spPr>
          <a:xfrm>
            <a:off x="506712" y="7419797"/>
            <a:ext cx="13869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DB</a:t>
            </a:r>
            <a:r>
              <a:rPr lang="ko-KR" altLang="en-US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정보 조회</a:t>
            </a:r>
            <a:endParaRPr lang="ko-KR" altLang="en-US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5" name="TextBox 114"/>
          <p:cNvSpPr txBox="1"/>
          <p:nvPr/>
        </p:nvSpPr>
        <p:spPr>
          <a:xfrm>
            <a:off x="4641265" y="7419797"/>
            <a:ext cx="10823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요청 전달</a:t>
            </a:r>
            <a:endParaRPr lang="ko-KR" altLang="en-US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6" name="직사각형 115"/>
          <p:cNvSpPr/>
          <p:nvPr/>
        </p:nvSpPr>
        <p:spPr>
          <a:xfrm>
            <a:off x="6500" y="7933265"/>
            <a:ext cx="2880000" cy="720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32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DB</a:t>
            </a:r>
            <a:endParaRPr lang="ko-KR" altLang="en-US" sz="32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8" name="직사각형 117"/>
          <p:cNvSpPr/>
          <p:nvPr/>
        </p:nvSpPr>
        <p:spPr>
          <a:xfrm>
            <a:off x="-353500" y="1761402"/>
            <a:ext cx="7200000" cy="720000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19" name="직선 화살표 연결선 118"/>
          <p:cNvCxnSpPr>
            <a:stCxn id="80" idx="2"/>
            <a:endCxn id="116" idx="0"/>
          </p:cNvCxnSpPr>
          <p:nvPr/>
        </p:nvCxnSpPr>
        <p:spPr>
          <a:xfrm flipH="1">
            <a:off x="1446500" y="7275662"/>
            <a:ext cx="1800000" cy="657603"/>
          </a:xfrm>
          <a:prstGeom prst="straightConnector1">
            <a:avLst/>
          </a:prstGeom>
          <a:ln w="762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직선 화살표 연결선 121"/>
          <p:cNvCxnSpPr>
            <a:stCxn id="80" idx="2"/>
            <a:endCxn id="89" idx="0"/>
          </p:cNvCxnSpPr>
          <p:nvPr/>
        </p:nvCxnSpPr>
        <p:spPr>
          <a:xfrm>
            <a:off x="3246500" y="7275662"/>
            <a:ext cx="1800000" cy="657603"/>
          </a:xfrm>
          <a:prstGeom prst="straightConnector1">
            <a:avLst/>
          </a:prstGeom>
          <a:ln w="762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모서리가 둥근 직사각형 78"/>
          <p:cNvSpPr/>
          <p:nvPr/>
        </p:nvSpPr>
        <p:spPr>
          <a:xfrm>
            <a:off x="1896500" y="1401403"/>
            <a:ext cx="2700000" cy="540000"/>
          </a:xfrm>
          <a:prstGeom prst="round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dirty="0" smtClean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Spring </a:t>
            </a:r>
            <a:r>
              <a:rPr lang="en-US" altLang="ko-KR" sz="2000" dirty="0" err="1" smtClean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IoC</a:t>
            </a:r>
            <a:r>
              <a:rPr lang="en-US" altLang="ko-KR" sz="2000" dirty="0" smtClean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Container</a:t>
            </a:r>
            <a:endParaRPr lang="ko-KR" altLang="en-US" sz="2000" dirty="0">
              <a:solidFill>
                <a:schemeClr val="tx1"/>
              </a:solidFill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20" name="직사각형 19"/>
          <p:cNvSpPr/>
          <p:nvPr/>
        </p:nvSpPr>
        <p:spPr>
          <a:xfrm>
            <a:off x="3923899" y="-762144"/>
            <a:ext cx="9000000" cy="180000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직사각형 20"/>
          <p:cNvSpPr/>
          <p:nvPr/>
        </p:nvSpPr>
        <p:spPr>
          <a:xfrm>
            <a:off x="-353500" y="-4900"/>
            <a:ext cx="3600000" cy="720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32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Client</a:t>
            </a:r>
            <a:endParaRPr lang="ko-KR" altLang="en-US" sz="32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22" name="직사각형 21"/>
          <p:cNvSpPr/>
          <p:nvPr/>
        </p:nvSpPr>
        <p:spPr>
          <a:xfrm>
            <a:off x="4298100" y="-4900"/>
            <a:ext cx="3600000" cy="720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dirty="0" err="1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DelegatingFilterProxy</a:t>
            </a:r>
            <a:endParaRPr lang="ko-KR" altLang="en-US" sz="24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23" name="직사각형 22"/>
          <p:cNvSpPr/>
          <p:nvPr/>
        </p:nvSpPr>
        <p:spPr>
          <a:xfrm>
            <a:off x="8949700" y="-4900"/>
            <a:ext cx="3600000" cy="720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Spring </a:t>
            </a:r>
            <a:r>
              <a:rPr lang="en-US" altLang="ko-KR" sz="2400" dirty="0" err="1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IoC</a:t>
            </a:r>
            <a:r>
              <a:rPr lang="en-US" altLang="ko-KR" sz="24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Container</a:t>
            </a:r>
            <a:endParaRPr lang="ko-KR" altLang="en-US" sz="24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cxnSp>
        <p:nvCxnSpPr>
          <p:cNvPr id="24" name="직선 화살표 연결선 23"/>
          <p:cNvCxnSpPr>
            <a:stCxn id="21" idx="3"/>
            <a:endCxn id="22" idx="1"/>
          </p:cNvCxnSpPr>
          <p:nvPr/>
        </p:nvCxnSpPr>
        <p:spPr>
          <a:xfrm>
            <a:off x="3246500" y="355100"/>
            <a:ext cx="1051600" cy="0"/>
          </a:xfrm>
          <a:prstGeom prst="straightConnector1">
            <a:avLst/>
          </a:prstGeom>
          <a:ln w="762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화살표 연결선 24"/>
          <p:cNvCxnSpPr>
            <a:stCxn id="22" idx="3"/>
            <a:endCxn id="23" idx="1"/>
          </p:cNvCxnSpPr>
          <p:nvPr/>
        </p:nvCxnSpPr>
        <p:spPr>
          <a:xfrm>
            <a:off x="7898100" y="355100"/>
            <a:ext cx="1051600" cy="0"/>
          </a:xfrm>
          <a:prstGeom prst="straightConnector1">
            <a:avLst/>
          </a:prstGeom>
          <a:ln w="762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3469973" y="-6009"/>
            <a:ext cx="6046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요청</a:t>
            </a:r>
            <a:endParaRPr lang="ko-KR" altLang="en-US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8121573" y="-6009"/>
            <a:ext cx="6046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위임</a:t>
            </a:r>
            <a:endParaRPr lang="ko-KR" altLang="en-US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28" name="직사각형 27"/>
          <p:cNvSpPr/>
          <p:nvPr/>
        </p:nvSpPr>
        <p:spPr>
          <a:xfrm>
            <a:off x="4118100" y="-235572"/>
            <a:ext cx="3960000" cy="111600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모서리가 둥근 직사각형 28"/>
          <p:cNvSpPr/>
          <p:nvPr/>
        </p:nvSpPr>
        <p:spPr>
          <a:xfrm>
            <a:off x="4748100" y="-497158"/>
            <a:ext cx="1440000" cy="432000"/>
          </a:xfrm>
          <a:prstGeom prst="round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000" dirty="0" smtClean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필터</a:t>
            </a:r>
            <a:r>
              <a:rPr lang="en-US" altLang="ko-KR" sz="2000" dirty="0" smtClean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</a:t>
            </a:r>
            <a:r>
              <a:rPr lang="ko-KR" altLang="en-US" sz="2000" dirty="0" smtClean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체인</a:t>
            </a:r>
            <a:endParaRPr lang="ko-KR" altLang="en-US" sz="2000" dirty="0">
              <a:solidFill>
                <a:schemeClr val="tx1"/>
              </a:solidFill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30" name="모서리가 둥근 직사각형 29"/>
          <p:cNvSpPr/>
          <p:nvPr/>
        </p:nvSpPr>
        <p:spPr>
          <a:xfrm>
            <a:off x="6893899" y="-1015825"/>
            <a:ext cx="3060000" cy="432000"/>
          </a:xfrm>
          <a:prstGeom prst="round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000" dirty="0" err="1" smtClean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서블릿</a:t>
            </a:r>
            <a:r>
              <a:rPr lang="ko-KR" altLang="en-US" sz="2000" dirty="0" smtClean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컨테이너</a:t>
            </a:r>
            <a:r>
              <a:rPr lang="en-US" altLang="ko-KR" sz="2000" dirty="0" smtClean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(Tomcat)</a:t>
            </a:r>
            <a:endParaRPr lang="ko-KR" altLang="en-US" sz="2000" dirty="0">
              <a:solidFill>
                <a:schemeClr val="tx1"/>
              </a:solidFill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31" name="직사각형 30"/>
          <p:cNvSpPr/>
          <p:nvPr/>
        </p:nvSpPr>
        <p:spPr>
          <a:xfrm>
            <a:off x="7786288" y="6538930"/>
            <a:ext cx="6480000" cy="720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dirty="0" err="1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UsernamePasswordAuththenticationFilter</a:t>
            </a:r>
            <a:endParaRPr lang="ko-KR" altLang="en-US" sz="28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32" name="직사각형 31"/>
          <p:cNvSpPr/>
          <p:nvPr/>
        </p:nvSpPr>
        <p:spPr>
          <a:xfrm>
            <a:off x="7786288" y="5162765"/>
            <a:ext cx="6480000" cy="720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3200" dirty="0" err="1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AuthenticationManager</a:t>
            </a:r>
            <a:endParaRPr lang="ko-KR" altLang="en-US" sz="32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33" name="직사각형 32"/>
          <p:cNvSpPr/>
          <p:nvPr/>
        </p:nvSpPr>
        <p:spPr>
          <a:xfrm>
            <a:off x="7786288" y="3785162"/>
            <a:ext cx="6480000" cy="720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3200" dirty="0" err="1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AuthenticationProvider</a:t>
            </a:r>
            <a:endParaRPr lang="ko-KR" altLang="en-US" sz="32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34" name="직사각형 33"/>
          <p:cNvSpPr/>
          <p:nvPr/>
        </p:nvSpPr>
        <p:spPr>
          <a:xfrm>
            <a:off x="7786288" y="2407559"/>
            <a:ext cx="6480000" cy="720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3200" dirty="0" err="1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UserDetailService</a:t>
            </a:r>
            <a:endParaRPr lang="ko-KR" altLang="en-US" sz="32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35" name="직사각형 34"/>
          <p:cNvSpPr/>
          <p:nvPr/>
        </p:nvSpPr>
        <p:spPr>
          <a:xfrm>
            <a:off x="7788388" y="7915095"/>
            <a:ext cx="6480000" cy="1800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800" dirty="0" err="1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SecurityContextHolder</a:t>
            </a:r>
            <a:endParaRPr lang="en-US" altLang="ko-KR" sz="2800" dirty="0" smtClean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  <a:p>
            <a:pPr algn="ctr"/>
            <a:endParaRPr lang="en-US" altLang="ko-KR" sz="28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  <a:p>
            <a:pPr algn="ctr"/>
            <a:endParaRPr lang="en-US" altLang="ko-KR" sz="2400" dirty="0" smtClean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  <a:p>
            <a:pPr algn="ctr"/>
            <a:endParaRPr lang="en-US" altLang="ko-KR" sz="2000" dirty="0" smtClean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36" name="직사각형 35"/>
          <p:cNvSpPr/>
          <p:nvPr/>
        </p:nvSpPr>
        <p:spPr>
          <a:xfrm>
            <a:off x="8482138" y="8635095"/>
            <a:ext cx="5040000" cy="72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3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Principal</a:t>
            </a:r>
            <a:endParaRPr lang="ko-KR" altLang="en-US" sz="3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cxnSp>
        <p:nvCxnSpPr>
          <p:cNvPr id="37" name="직선 화살표 연결선 36"/>
          <p:cNvCxnSpPr>
            <a:endCxn id="33" idx="0"/>
          </p:cNvCxnSpPr>
          <p:nvPr/>
        </p:nvCxnSpPr>
        <p:spPr>
          <a:xfrm>
            <a:off x="11026288" y="3127559"/>
            <a:ext cx="0" cy="657603"/>
          </a:xfrm>
          <a:prstGeom prst="straightConnector1">
            <a:avLst/>
          </a:prstGeom>
          <a:ln w="762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직선 화살표 연결선 37"/>
          <p:cNvCxnSpPr>
            <a:stCxn id="33" idx="2"/>
            <a:endCxn id="32" idx="0"/>
          </p:cNvCxnSpPr>
          <p:nvPr/>
        </p:nvCxnSpPr>
        <p:spPr>
          <a:xfrm>
            <a:off x="11026288" y="4505162"/>
            <a:ext cx="0" cy="657603"/>
          </a:xfrm>
          <a:prstGeom prst="straightConnector1">
            <a:avLst/>
          </a:prstGeom>
          <a:ln w="762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직선 화살표 연결선 38"/>
          <p:cNvCxnSpPr>
            <a:stCxn id="32" idx="2"/>
            <a:endCxn id="31" idx="0"/>
          </p:cNvCxnSpPr>
          <p:nvPr/>
        </p:nvCxnSpPr>
        <p:spPr>
          <a:xfrm>
            <a:off x="11026288" y="5882765"/>
            <a:ext cx="0" cy="656165"/>
          </a:xfrm>
          <a:prstGeom prst="straightConnector1">
            <a:avLst/>
          </a:prstGeom>
          <a:ln w="762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직선 화살표 연결선 39"/>
          <p:cNvCxnSpPr>
            <a:stCxn id="31" idx="2"/>
            <a:endCxn id="35" idx="0"/>
          </p:cNvCxnSpPr>
          <p:nvPr/>
        </p:nvCxnSpPr>
        <p:spPr>
          <a:xfrm>
            <a:off x="11026288" y="7258930"/>
            <a:ext cx="2100" cy="656165"/>
          </a:xfrm>
          <a:prstGeom prst="straightConnector1">
            <a:avLst/>
          </a:prstGeom>
          <a:ln w="762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직사각형 40"/>
          <p:cNvSpPr/>
          <p:nvPr/>
        </p:nvSpPr>
        <p:spPr>
          <a:xfrm>
            <a:off x="7426288" y="1746108"/>
            <a:ext cx="7200000" cy="828000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모서리가 둥근 직사각형 41"/>
          <p:cNvSpPr/>
          <p:nvPr/>
        </p:nvSpPr>
        <p:spPr>
          <a:xfrm>
            <a:off x="9652138" y="1386109"/>
            <a:ext cx="2700000" cy="540000"/>
          </a:xfrm>
          <a:prstGeom prst="round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dirty="0" smtClean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Spring </a:t>
            </a:r>
            <a:r>
              <a:rPr lang="en-US" altLang="ko-KR" sz="2000" dirty="0" err="1" smtClean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IoC</a:t>
            </a:r>
            <a:r>
              <a:rPr lang="en-US" altLang="ko-KR" sz="2000" dirty="0" smtClean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Container</a:t>
            </a:r>
            <a:endParaRPr lang="ko-KR" altLang="en-US" sz="2000" dirty="0">
              <a:solidFill>
                <a:schemeClr val="tx1"/>
              </a:solidFill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11237270" y="7402346"/>
            <a:ext cx="15600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인증 결과 보관</a:t>
            </a:r>
            <a:endParaRPr lang="ko-KR" altLang="en-US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11237270" y="6023141"/>
            <a:ext cx="15600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인증 결과 반환</a:t>
            </a:r>
            <a:endParaRPr lang="ko-KR" altLang="en-US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11237270" y="4645936"/>
            <a:ext cx="15600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인증 결과 반환</a:t>
            </a:r>
            <a:endParaRPr lang="ko-KR" altLang="en-US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11237270" y="3269771"/>
            <a:ext cx="18950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err="1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UserDetails</a:t>
            </a:r>
            <a:r>
              <a:rPr lang="en-US" altLang="ko-KR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</a:t>
            </a:r>
            <a:r>
              <a:rPr lang="ko-KR" altLang="en-US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반환</a:t>
            </a:r>
            <a:endParaRPr lang="ko-KR" altLang="en-US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400702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직사각형 80"/>
          <p:cNvSpPr>
            <a:spLocks noChangeAspect="1"/>
          </p:cNvSpPr>
          <p:nvPr/>
        </p:nvSpPr>
        <p:spPr>
          <a:xfrm>
            <a:off x="1187772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3" name="TextBox 82"/>
          <p:cNvSpPr txBox="1"/>
          <p:nvPr/>
        </p:nvSpPr>
        <p:spPr>
          <a:xfrm>
            <a:off x="1133543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86" name="직사각형 85"/>
          <p:cNvSpPr>
            <a:spLocks noChangeAspect="1"/>
          </p:cNvSpPr>
          <p:nvPr/>
        </p:nvSpPr>
        <p:spPr>
          <a:xfrm>
            <a:off x="2051772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7" name="TextBox 86"/>
          <p:cNvSpPr txBox="1"/>
          <p:nvPr/>
        </p:nvSpPr>
        <p:spPr>
          <a:xfrm>
            <a:off x="1997543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88" name="직사각형 87"/>
          <p:cNvSpPr>
            <a:spLocks noChangeAspect="1"/>
          </p:cNvSpPr>
          <p:nvPr/>
        </p:nvSpPr>
        <p:spPr>
          <a:xfrm>
            <a:off x="2915771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9" name="TextBox 88"/>
          <p:cNvSpPr txBox="1"/>
          <p:nvPr/>
        </p:nvSpPr>
        <p:spPr>
          <a:xfrm>
            <a:off x="2861542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90" name="직사각형 89"/>
          <p:cNvSpPr>
            <a:spLocks noChangeAspect="1"/>
          </p:cNvSpPr>
          <p:nvPr/>
        </p:nvSpPr>
        <p:spPr>
          <a:xfrm>
            <a:off x="3779771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1" name="TextBox 90"/>
          <p:cNvSpPr txBox="1"/>
          <p:nvPr/>
        </p:nvSpPr>
        <p:spPr>
          <a:xfrm>
            <a:off x="3725542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92" name="직사각형 91"/>
          <p:cNvSpPr>
            <a:spLocks noChangeAspect="1"/>
          </p:cNvSpPr>
          <p:nvPr/>
        </p:nvSpPr>
        <p:spPr>
          <a:xfrm>
            <a:off x="4643770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3" name="TextBox 92"/>
          <p:cNvSpPr txBox="1"/>
          <p:nvPr/>
        </p:nvSpPr>
        <p:spPr>
          <a:xfrm>
            <a:off x="4589541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94" name="직사각형 93"/>
          <p:cNvSpPr>
            <a:spLocks noChangeAspect="1"/>
          </p:cNvSpPr>
          <p:nvPr/>
        </p:nvSpPr>
        <p:spPr>
          <a:xfrm>
            <a:off x="1187772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5" name="TextBox 94"/>
          <p:cNvSpPr txBox="1"/>
          <p:nvPr/>
        </p:nvSpPr>
        <p:spPr>
          <a:xfrm>
            <a:off x="1133543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96" name="직사각형 95"/>
          <p:cNvSpPr>
            <a:spLocks noChangeAspect="1"/>
          </p:cNvSpPr>
          <p:nvPr/>
        </p:nvSpPr>
        <p:spPr>
          <a:xfrm>
            <a:off x="2051772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7" name="TextBox 96"/>
          <p:cNvSpPr txBox="1"/>
          <p:nvPr/>
        </p:nvSpPr>
        <p:spPr>
          <a:xfrm>
            <a:off x="1997543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98" name="직사각형 97"/>
          <p:cNvSpPr>
            <a:spLocks noChangeAspect="1"/>
          </p:cNvSpPr>
          <p:nvPr/>
        </p:nvSpPr>
        <p:spPr>
          <a:xfrm>
            <a:off x="2915771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9" name="TextBox 98"/>
          <p:cNvSpPr txBox="1"/>
          <p:nvPr/>
        </p:nvSpPr>
        <p:spPr>
          <a:xfrm>
            <a:off x="2861542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00" name="직사각형 99"/>
          <p:cNvSpPr>
            <a:spLocks noChangeAspect="1"/>
          </p:cNvSpPr>
          <p:nvPr/>
        </p:nvSpPr>
        <p:spPr>
          <a:xfrm>
            <a:off x="3779771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1" name="TextBox 100"/>
          <p:cNvSpPr txBox="1"/>
          <p:nvPr/>
        </p:nvSpPr>
        <p:spPr>
          <a:xfrm>
            <a:off x="3725542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02" name="직사각형 101"/>
          <p:cNvSpPr>
            <a:spLocks noChangeAspect="1"/>
          </p:cNvSpPr>
          <p:nvPr/>
        </p:nvSpPr>
        <p:spPr>
          <a:xfrm>
            <a:off x="4643770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3" name="TextBox 102"/>
          <p:cNvSpPr txBox="1"/>
          <p:nvPr/>
        </p:nvSpPr>
        <p:spPr>
          <a:xfrm>
            <a:off x="4589541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04" name="직사각형 103"/>
          <p:cNvSpPr>
            <a:spLocks noChangeAspect="1"/>
          </p:cNvSpPr>
          <p:nvPr/>
        </p:nvSpPr>
        <p:spPr>
          <a:xfrm>
            <a:off x="1187772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5" name="TextBox 104"/>
          <p:cNvSpPr txBox="1"/>
          <p:nvPr/>
        </p:nvSpPr>
        <p:spPr>
          <a:xfrm>
            <a:off x="1133543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06" name="직사각형 105"/>
          <p:cNvSpPr>
            <a:spLocks noChangeAspect="1"/>
          </p:cNvSpPr>
          <p:nvPr/>
        </p:nvSpPr>
        <p:spPr>
          <a:xfrm>
            <a:off x="2051772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7" name="TextBox 106"/>
          <p:cNvSpPr txBox="1"/>
          <p:nvPr/>
        </p:nvSpPr>
        <p:spPr>
          <a:xfrm>
            <a:off x="1997543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08" name="직사각형 107"/>
          <p:cNvSpPr>
            <a:spLocks noChangeAspect="1"/>
          </p:cNvSpPr>
          <p:nvPr/>
        </p:nvSpPr>
        <p:spPr>
          <a:xfrm>
            <a:off x="2915771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9" name="TextBox 108"/>
          <p:cNvSpPr txBox="1"/>
          <p:nvPr/>
        </p:nvSpPr>
        <p:spPr>
          <a:xfrm>
            <a:off x="2861542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0" name="직사각형 109"/>
          <p:cNvSpPr>
            <a:spLocks noChangeAspect="1"/>
          </p:cNvSpPr>
          <p:nvPr/>
        </p:nvSpPr>
        <p:spPr>
          <a:xfrm>
            <a:off x="3779771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1" name="TextBox 110"/>
          <p:cNvSpPr txBox="1"/>
          <p:nvPr/>
        </p:nvSpPr>
        <p:spPr>
          <a:xfrm>
            <a:off x="3725542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2" name="직사각형 111"/>
          <p:cNvSpPr>
            <a:spLocks noChangeAspect="1"/>
          </p:cNvSpPr>
          <p:nvPr/>
        </p:nvSpPr>
        <p:spPr>
          <a:xfrm>
            <a:off x="4643770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3" name="TextBox 112"/>
          <p:cNvSpPr txBox="1"/>
          <p:nvPr/>
        </p:nvSpPr>
        <p:spPr>
          <a:xfrm>
            <a:off x="4589541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4" name="직사각형 113"/>
          <p:cNvSpPr>
            <a:spLocks noChangeAspect="1"/>
          </p:cNvSpPr>
          <p:nvPr/>
        </p:nvSpPr>
        <p:spPr>
          <a:xfrm>
            <a:off x="6451196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5" name="TextBox 114"/>
          <p:cNvSpPr txBox="1"/>
          <p:nvPr/>
        </p:nvSpPr>
        <p:spPr>
          <a:xfrm>
            <a:off x="6396967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6" name="직사각형 115"/>
          <p:cNvSpPr>
            <a:spLocks noChangeAspect="1"/>
          </p:cNvSpPr>
          <p:nvPr/>
        </p:nvSpPr>
        <p:spPr>
          <a:xfrm>
            <a:off x="7315196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7" name="TextBox 116"/>
          <p:cNvSpPr txBox="1"/>
          <p:nvPr/>
        </p:nvSpPr>
        <p:spPr>
          <a:xfrm>
            <a:off x="7260967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8" name="직사각형 117"/>
          <p:cNvSpPr>
            <a:spLocks noChangeAspect="1"/>
          </p:cNvSpPr>
          <p:nvPr/>
        </p:nvSpPr>
        <p:spPr>
          <a:xfrm>
            <a:off x="8179195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9" name="TextBox 118"/>
          <p:cNvSpPr txBox="1"/>
          <p:nvPr/>
        </p:nvSpPr>
        <p:spPr>
          <a:xfrm>
            <a:off x="8124966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20" name="직사각형 119"/>
          <p:cNvSpPr>
            <a:spLocks noChangeAspect="1"/>
          </p:cNvSpPr>
          <p:nvPr/>
        </p:nvSpPr>
        <p:spPr>
          <a:xfrm>
            <a:off x="9043195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1" name="TextBox 120"/>
          <p:cNvSpPr txBox="1"/>
          <p:nvPr/>
        </p:nvSpPr>
        <p:spPr>
          <a:xfrm>
            <a:off x="8988966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22" name="직사각형 121"/>
          <p:cNvSpPr>
            <a:spLocks noChangeAspect="1"/>
          </p:cNvSpPr>
          <p:nvPr/>
        </p:nvSpPr>
        <p:spPr>
          <a:xfrm>
            <a:off x="9907194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3" name="TextBox 122"/>
          <p:cNvSpPr txBox="1"/>
          <p:nvPr/>
        </p:nvSpPr>
        <p:spPr>
          <a:xfrm>
            <a:off x="9852965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24" name="직사각형 123"/>
          <p:cNvSpPr>
            <a:spLocks noChangeAspect="1"/>
          </p:cNvSpPr>
          <p:nvPr/>
        </p:nvSpPr>
        <p:spPr>
          <a:xfrm>
            <a:off x="6451196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5" name="TextBox 124"/>
          <p:cNvSpPr txBox="1"/>
          <p:nvPr/>
        </p:nvSpPr>
        <p:spPr>
          <a:xfrm>
            <a:off x="6396967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26" name="직사각형 125"/>
          <p:cNvSpPr>
            <a:spLocks noChangeAspect="1"/>
          </p:cNvSpPr>
          <p:nvPr/>
        </p:nvSpPr>
        <p:spPr>
          <a:xfrm>
            <a:off x="7315196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7" name="TextBox 126"/>
          <p:cNvSpPr txBox="1"/>
          <p:nvPr/>
        </p:nvSpPr>
        <p:spPr>
          <a:xfrm>
            <a:off x="7260967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28" name="직사각형 127"/>
          <p:cNvSpPr>
            <a:spLocks noChangeAspect="1"/>
          </p:cNvSpPr>
          <p:nvPr/>
        </p:nvSpPr>
        <p:spPr>
          <a:xfrm>
            <a:off x="8179195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9" name="TextBox 128"/>
          <p:cNvSpPr txBox="1"/>
          <p:nvPr/>
        </p:nvSpPr>
        <p:spPr>
          <a:xfrm>
            <a:off x="8124966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30" name="직사각형 129"/>
          <p:cNvSpPr>
            <a:spLocks noChangeAspect="1"/>
          </p:cNvSpPr>
          <p:nvPr/>
        </p:nvSpPr>
        <p:spPr>
          <a:xfrm>
            <a:off x="9043195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1" name="TextBox 130"/>
          <p:cNvSpPr txBox="1"/>
          <p:nvPr/>
        </p:nvSpPr>
        <p:spPr>
          <a:xfrm>
            <a:off x="8988966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32" name="직사각형 131"/>
          <p:cNvSpPr>
            <a:spLocks noChangeAspect="1"/>
          </p:cNvSpPr>
          <p:nvPr/>
        </p:nvSpPr>
        <p:spPr>
          <a:xfrm>
            <a:off x="9907194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3" name="TextBox 132"/>
          <p:cNvSpPr txBox="1"/>
          <p:nvPr/>
        </p:nvSpPr>
        <p:spPr>
          <a:xfrm>
            <a:off x="9852965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34" name="직사각형 133"/>
          <p:cNvSpPr>
            <a:spLocks noChangeAspect="1"/>
          </p:cNvSpPr>
          <p:nvPr/>
        </p:nvSpPr>
        <p:spPr>
          <a:xfrm>
            <a:off x="6451196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5" name="TextBox 134"/>
          <p:cNvSpPr txBox="1"/>
          <p:nvPr/>
        </p:nvSpPr>
        <p:spPr>
          <a:xfrm>
            <a:off x="6396967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36" name="직사각형 135"/>
          <p:cNvSpPr>
            <a:spLocks noChangeAspect="1"/>
          </p:cNvSpPr>
          <p:nvPr/>
        </p:nvSpPr>
        <p:spPr>
          <a:xfrm>
            <a:off x="7315196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7" name="TextBox 136"/>
          <p:cNvSpPr txBox="1"/>
          <p:nvPr/>
        </p:nvSpPr>
        <p:spPr>
          <a:xfrm>
            <a:off x="7260967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38" name="직사각형 137"/>
          <p:cNvSpPr>
            <a:spLocks noChangeAspect="1"/>
          </p:cNvSpPr>
          <p:nvPr/>
        </p:nvSpPr>
        <p:spPr>
          <a:xfrm>
            <a:off x="8179195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9" name="TextBox 138"/>
          <p:cNvSpPr txBox="1"/>
          <p:nvPr/>
        </p:nvSpPr>
        <p:spPr>
          <a:xfrm>
            <a:off x="8124966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40" name="직사각형 139"/>
          <p:cNvSpPr>
            <a:spLocks noChangeAspect="1"/>
          </p:cNvSpPr>
          <p:nvPr/>
        </p:nvSpPr>
        <p:spPr>
          <a:xfrm>
            <a:off x="9043195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1" name="TextBox 140"/>
          <p:cNvSpPr txBox="1"/>
          <p:nvPr/>
        </p:nvSpPr>
        <p:spPr>
          <a:xfrm>
            <a:off x="8988966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42" name="직사각형 141"/>
          <p:cNvSpPr>
            <a:spLocks noChangeAspect="1"/>
          </p:cNvSpPr>
          <p:nvPr/>
        </p:nvSpPr>
        <p:spPr>
          <a:xfrm>
            <a:off x="9907194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3" name="TextBox 142"/>
          <p:cNvSpPr txBox="1"/>
          <p:nvPr/>
        </p:nvSpPr>
        <p:spPr>
          <a:xfrm>
            <a:off x="9852965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44" name="직사각형 143"/>
          <p:cNvSpPr>
            <a:spLocks noChangeAspect="1"/>
          </p:cNvSpPr>
          <p:nvPr/>
        </p:nvSpPr>
        <p:spPr>
          <a:xfrm>
            <a:off x="1198457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5" name="TextBox 144"/>
          <p:cNvSpPr txBox="1"/>
          <p:nvPr/>
        </p:nvSpPr>
        <p:spPr>
          <a:xfrm>
            <a:off x="1144228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46" name="직사각형 145"/>
          <p:cNvSpPr>
            <a:spLocks noChangeAspect="1"/>
          </p:cNvSpPr>
          <p:nvPr/>
        </p:nvSpPr>
        <p:spPr>
          <a:xfrm>
            <a:off x="2062457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7" name="TextBox 146"/>
          <p:cNvSpPr txBox="1"/>
          <p:nvPr/>
        </p:nvSpPr>
        <p:spPr>
          <a:xfrm>
            <a:off x="2008228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48" name="직사각형 147"/>
          <p:cNvSpPr>
            <a:spLocks noChangeAspect="1"/>
          </p:cNvSpPr>
          <p:nvPr/>
        </p:nvSpPr>
        <p:spPr>
          <a:xfrm>
            <a:off x="2926456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9" name="TextBox 148"/>
          <p:cNvSpPr txBox="1"/>
          <p:nvPr/>
        </p:nvSpPr>
        <p:spPr>
          <a:xfrm>
            <a:off x="2872227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50" name="직사각형 149"/>
          <p:cNvSpPr>
            <a:spLocks noChangeAspect="1"/>
          </p:cNvSpPr>
          <p:nvPr/>
        </p:nvSpPr>
        <p:spPr>
          <a:xfrm>
            <a:off x="3790456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1" name="TextBox 150"/>
          <p:cNvSpPr txBox="1"/>
          <p:nvPr/>
        </p:nvSpPr>
        <p:spPr>
          <a:xfrm>
            <a:off x="3736227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52" name="직사각형 151"/>
          <p:cNvSpPr>
            <a:spLocks noChangeAspect="1"/>
          </p:cNvSpPr>
          <p:nvPr/>
        </p:nvSpPr>
        <p:spPr>
          <a:xfrm>
            <a:off x="4654455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3" name="TextBox 152"/>
          <p:cNvSpPr txBox="1"/>
          <p:nvPr/>
        </p:nvSpPr>
        <p:spPr>
          <a:xfrm>
            <a:off x="4600226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54" name="직사각형 153"/>
          <p:cNvSpPr>
            <a:spLocks noChangeAspect="1"/>
          </p:cNvSpPr>
          <p:nvPr/>
        </p:nvSpPr>
        <p:spPr>
          <a:xfrm>
            <a:off x="1198457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5" name="TextBox 154"/>
          <p:cNvSpPr txBox="1"/>
          <p:nvPr/>
        </p:nvSpPr>
        <p:spPr>
          <a:xfrm>
            <a:off x="1144228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56" name="직사각형 155"/>
          <p:cNvSpPr>
            <a:spLocks noChangeAspect="1"/>
          </p:cNvSpPr>
          <p:nvPr/>
        </p:nvSpPr>
        <p:spPr>
          <a:xfrm>
            <a:off x="2062457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7" name="TextBox 156"/>
          <p:cNvSpPr txBox="1"/>
          <p:nvPr/>
        </p:nvSpPr>
        <p:spPr>
          <a:xfrm>
            <a:off x="2008228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58" name="직사각형 157"/>
          <p:cNvSpPr>
            <a:spLocks noChangeAspect="1"/>
          </p:cNvSpPr>
          <p:nvPr/>
        </p:nvSpPr>
        <p:spPr>
          <a:xfrm>
            <a:off x="2926456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9" name="TextBox 158"/>
          <p:cNvSpPr txBox="1"/>
          <p:nvPr/>
        </p:nvSpPr>
        <p:spPr>
          <a:xfrm>
            <a:off x="2872227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60" name="직사각형 159"/>
          <p:cNvSpPr>
            <a:spLocks noChangeAspect="1"/>
          </p:cNvSpPr>
          <p:nvPr/>
        </p:nvSpPr>
        <p:spPr>
          <a:xfrm>
            <a:off x="3790456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1" name="TextBox 160"/>
          <p:cNvSpPr txBox="1"/>
          <p:nvPr/>
        </p:nvSpPr>
        <p:spPr>
          <a:xfrm>
            <a:off x="3736227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62" name="직사각형 161"/>
          <p:cNvSpPr>
            <a:spLocks noChangeAspect="1"/>
          </p:cNvSpPr>
          <p:nvPr/>
        </p:nvSpPr>
        <p:spPr>
          <a:xfrm>
            <a:off x="4654455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3" name="TextBox 162"/>
          <p:cNvSpPr txBox="1"/>
          <p:nvPr/>
        </p:nvSpPr>
        <p:spPr>
          <a:xfrm>
            <a:off x="4600226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64" name="직사각형 163"/>
          <p:cNvSpPr>
            <a:spLocks noChangeAspect="1"/>
          </p:cNvSpPr>
          <p:nvPr/>
        </p:nvSpPr>
        <p:spPr>
          <a:xfrm>
            <a:off x="1198457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5" name="TextBox 164"/>
          <p:cNvSpPr txBox="1"/>
          <p:nvPr/>
        </p:nvSpPr>
        <p:spPr>
          <a:xfrm>
            <a:off x="1144228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66" name="직사각형 165"/>
          <p:cNvSpPr>
            <a:spLocks noChangeAspect="1"/>
          </p:cNvSpPr>
          <p:nvPr/>
        </p:nvSpPr>
        <p:spPr>
          <a:xfrm>
            <a:off x="2062457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7" name="TextBox 166"/>
          <p:cNvSpPr txBox="1"/>
          <p:nvPr/>
        </p:nvSpPr>
        <p:spPr>
          <a:xfrm>
            <a:off x="2008228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68" name="직사각형 167"/>
          <p:cNvSpPr>
            <a:spLocks noChangeAspect="1"/>
          </p:cNvSpPr>
          <p:nvPr/>
        </p:nvSpPr>
        <p:spPr>
          <a:xfrm>
            <a:off x="2926456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9" name="TextBox 168"/>
          <p:cNvSpPr txBox="1"/>
          <p:nvPr/>
        </p:nvSpPr>
        <p:spPr>
          <a:xfrm>
            <a:off x="2872227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70" name="직사각형 169"/>
          <p:cNvSpPr>
            <a:spLocks noChangeAspect="1"/>
          </p:cNvSpPr>
          <p:nvPr/>
        </p:nvSpPr>
        <p:spPr>
          <a:xfrm>
            <a:off x="3790456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1" name="TextBox 170"/>
          <p:cNvSpPr txBox="1"/>
          <p:nvPr/>
        </p:nvSpPr>
        <p:spPr>
          <a:xfrm>
            <a:off x="3736227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72" name="직사각형 171"/>
          <p:cNvSpPr>
            <a:spLocks noChangeAspect="1"/>
          </p:cNvSpPr>
          <p:nvPr/>
        </p:nvSpPr>
        <p:spPr>
          <a:xfrm>
            <a:off x="4654455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3" name="TextBox 172"/>
          <p:cNvSpPr txBox="1"/>
          <p:nvPr/>
        </p:nvSpPr>
        <p:spPr>
          <a:xfrm>
            <a:off x="4600226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74" name="직사각형 173"/>
          <p:cNvSpPr>
            <a:spLocks noChangeAspect="1"/>
          </p:cNvSpPr>
          <p:nvPr/>
        </p:nvSpPr>
        <p:spPr>
          <a:xfrm>
            <a:off x="6461881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5" name="TextBox 174"/>
          <p:cNvSpPr txBox="1"/>
          <p:nvPr/>
        </p:nvSpPr>
        <p:spPr>
          <a:xfrm>
            <a:off x="6407652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76" name="직사각형 175"/>
          <p:cNvSpPr>
            <a:spLocks noChangeAspect="1"/>
          </p:cNvSpPr>
          <p:nvPr/>
        </p:nvSpPr>
        <p:spPr>
          <a:xfrm>
            <a:off x="7325881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7" name="TextBox 176"/>
          <p:cNvSpPr txBox="1"/>
          <p:nvPr/>
        </p:nvSpPr>
        <p:spPr>
          <a:xfrm>
            <a:off x="7271652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78" name="직사각형 177"/>
          <p:cNvSpPr>
            <a:spLocks noChangeAspect="1"/>
          </p:cNvSpPr>
          <p:nvPr/>
        </p:nvSpPr>
        <p:spPr>
          <a:xfrm>
            <a:off x="8189880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9" name="TextBox 178"/>
          <p:cNvSpPr txBox="1"/>
          <p:nvPr/>
        </p:nvSpPr>
        <p:spPr>
          <a:xfrm>
            <a:off x="8135651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80" name="직사각형 179"/>
          <p:cNvSpPr>
            <a:spLocks noChangeAspect="1"/>
          </p:cNvSpPr>
          <p:nvPr/>
        </p:nvSpPr>
        <p:spPr>
          <a:xfrm>
            <a:off x="9053880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1" name="TextBox 180"/>
          <p:cNvSpPr txBox="1"/>
          <p:nvPr/>
        </p:nvSpPr>
        <p:spPr>
          <a:xfrm>
            <a:off x="8999651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82" name="직사각형 181"/>
          <p:cNvSpPr>
            <a:spLocks noChangeAspect="1"/>
          </p:cNvSpPr>
          <p:nvPr/>
        </p:nvSpPr>
        <p:spPr>
          <a:xfrm>
            <a:off x="9917879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3" name="TextBox 182"/>
          <p:cNvSpPr txBox="1"/>
          <p:nvPr/>
        </p:nvSpPr>
        <p:spPr>
          <a:xfrm>
            <a:off x="9863650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84" name="직사각형 183"/>
          <p:cNvSpPr>
            <a:spLocks noChangeAspect="1"/>
          </p:cNvSpPr>
          <p:nvPr/>
        </p:nvSpPr>
        <p:spPr>
          <a:xfrm>
            <a:off x="6461881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5" name="TextBox 184"/>
          <p:cNvSpPr txBox="1"/>
          <p:nvPr/>
        </p:nvSpPr>
        <p:spPr>
          <a:xfrm>
            <a:off x="6407652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86" name="직사각형 185"/>
          <p:cNvSpPr>
            <a:spLocks noChangeAspect="1"/>
          </p:cNvSpPr>
          <p:nvPr/>
        </p:nvSpPr>
        <p:spPr>
          <a:xfrm>
            <a:off x="7325881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7" name="TextBox 186"/>
          <p:cNvSpPr txBox="1"/>
          <p:nvPr/>
        </p:nvSpPr>
        <p:spPr>
          <a:xfrm>
            <a:off x="7271652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88" name="직사각형 187"/>
          <p:cNvSpPr>
            <a:spLocks noChangeAspect="1"/>
          </p:cNvSpPr>
          <p:nvPr/>
        </p:nvSpPr>
        <p:spPr>
          <a:xfrm>
            <a:off x="8189880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9" name="TextBox 188"/>
          <p:cNvSpPr txBox="1"/>
          <p:nvPr/>
        </p:nvSpPr>
        <p:spPr>
          <a:xfrm>
            <a:off x="8135651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90" name="직사각형 189"/>
          <p:cNvSpPr>
            <a:spLocks noChangeAspect="1"/>
          </p:cNvSpPr>
          <p:nvPr/>
        </p:nvSpPr>
        <p:spPr>
          <a:xfrm>
            <a:off x="9053880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1" name="TextBox 190"/>
          <p:cNvSpPr txBox="1"/>
          <p:nvPr/>
        </p:nvSpPr>
        <p:spPr>
          <a:xfrm>
            <a:off x="8999651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92" name="직사각형 191"/>
          <p:cNvSpPr>
            <a:spLocks noChangeAspect="1"/>
          </p:cNvSpPr>
          <p:nvPr/>
        </p:nvSpPr>
        <p:spPr>
          <a:xfrm>
            <a:off x="9917879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3" name="TextBox 192"/>
          <p:cNvSpPr txBox="1"/>
          <p:nvPr/>
        </p:nvSpPr>
        <p:spPr>
          <a:xfrm>
            <a:off x="9863650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94" name="직사각형 193"/>
          <p:cNvSpPr>
            <a:spLocks noChangeAspect="1"/>
          </p:cNvSpPr>
          <p:nvPr/>
        </p:nvSpPr>
        <p:spPr>
          <a:xfrm>
            <a:off x="6461881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5" name="TextBox 194"/>
          <p:cNvSpPr txBox="1"/>
          <p:nvPr/>
        </p:nvSpPr>
        <p:spPr>
          <a:xfrm>
            <a:off x="6407652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96" name="직사각형 195"/>
          <p:cNvSpPr>
            <a:spLocks noChangeAspect="1"/>
          </p:cNvSpPr>
          <p:nvPr/>
        </p:nvSpPr>
        <p:spPr>
          <a:xfrm>
            <a:off x="7325881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7" name="TextBox 196"/>
          <p:cNvSpPr txBox="1"/>
          <p:nvPr/>
        </p:nvSpPr>
        <p:spPr>
          <a:xfrm>
            <a:off x="7271652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98" name="직사각형 197"/>
          <p:cNvSpPr>
            <a:spLocks noChangeAspect="1"/>
          </p:cNvSpPr>
          <p:nvPr/>
        </p:nvSpPr>
        <p:spPr>
          <a:xfrm>
            <a:off x="8189880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9" name="TextBox 198"/>
          <p:cNvSpPr txBox="1"/>
          <p:nvPr/>
        </p:nvSpPr>
        <p:spPr>
          <a:xfrm>
            <a:off x="8135651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200" name="직사각형 199"/>
          <p:cNvSpPr>
            <a:spLocks noChangeAspect="1"/>
          </p:cNvSpPr>
          <p:nvPr/>
        </p:nvSpPr>
        <p:spPr>
          <a:xfrm>
            <a:off x="9053880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1" name="TextBox 200"/>
          <p:cNvSpPr txBox="1"/>
          <p:nvPr/>
        </p:nvSpPr>
        <p:spPr>
          <a:xfrm>
            <a:off x="8999651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202" name="직사각형 201"/>
          <p:cNvSpPr>
            <a:spLocks noChangeAspect="1"/>
          </p:cNvSpPr>
          <p:nvPr/>
        </p:nvSpPr>
        <p:spPr>
          <a:xfrm>
            <a:off x="9917879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3" name="TextBox 202"/>
          <p:cNvSpPr txBox="1"/>
          <p:nvPr/>
        </p:nvSpPr>
        <p:spPr>
          <a:xfrm>
            <a:off x="9863650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204" name="직사각형 203"/>
          <p:cNvSpPr/>
          <p:nvPr/>
        </p:nvSpPr>
        <p:spPr>
          <a:xfrm>
            <a:off x="3934455" y="1026918"/>
            <a:ext cx="576000" cy="4320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smtClean="0">
                <a:solidFill>
                  <a:schemeClr val="tx1"/>
                </a:solidFill>
              </a:rPr>
              <a:t>10</a:t>
            </a:r>
            <a:endParaRPr lang="ko-KR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318030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0" name="그룹 59"/>
          <p:cNvGrpSpPr/>
          <p:nvPr/>
        </p:nvGrpSpPr>
        <p:grpSpPr>
          <a:xfrm>
            <a:off x="-956311" y="-477208"/>
            <a:ext cx="16977739" cy="4430690"/>
            <a:chOff x="-956311" y="-477208"/>
            <a:chExt cx="16977739" cy="4430690"/>
          </a:xfrm>
        </p:grpSpPr>
        <p:sp>
          <p:nvSpPr>
            <p:cNvPr id="63" name="TextBox 62"/>
            <p:cNvSpPr txBox="1"/>
            <p:nvPr/>
          </p:nvSpPr>
          <p:spPr>
            <a:xfrm>
              <a:off x="253304" y="2047038"/>
              <a:ext cx="171553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4. </a:t>
              </a:r>
              <a:r>
                <a:rPr lang="ko-KR" altLang="en-US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데이터 할당</a:t>
              </a:r>
              <a:endParaRPr lang="ko-KR" altLang="en-US" sz="20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23" name="모서리가 둥근 직사각형 22"/>
            <p:cNvSpPr/>
            <p:nvPr/>
          </p:nvSpPr>
          <p:spPr>
            <a:xfrm>
              <a:off x="-956311" y="893482"/>
              <a:ext cx="5400000" cy="900000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2000" dirty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d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ouble</a:t>
              </a:r>
              <a:r>
                <a:rPr lang="ko-KR" altLang="en-US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result = </a:t>
              </a:r>
              <a:r>
                <a:rPr lang="en-US" altLang="ko-KR" sz="2000" dirty="0" err="1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car.goForward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(30, 2);</a:t>
              </a:r>
              <a:endParaRPr lang="ko-KR" altLang="en-US" sz="20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69" name="모서리가 둥근 직사각형 68"/>
            <p:cNvSpPr/>
            <p:nvPr/>
          </p:nvSpPr>
          <p:spPr>
            <a:xfrm>
              <a:off x="7381428" y="893482"/>
              <a:ext cx="8640000" cy="3060000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  // </a:t>
              </a:r>
              <a:r>
                <a:rPr lang="ko-KR" altLang="en-US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전진 기능</a:t>
              </a:r>
              <a:endParaRPr lang="en-US" altLang="ko-KR" sz="2000" dirty="0" smtClean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  <a:p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  public double </a:t>
              </a:r>
              <a:r>
                <a:rPr lang="en-US" altLang="ko-KR" sz="2000" dirty="0" err="1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goForward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(</a:t>
              </a:r>
              <a:r>
                <a:rPr lang="en-US" altLang="ko-KR" sz="2000" dirty="0" err="1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int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speed, </a:t>
              </a:r>
              <a:r>
                <a:rPr lang="en-US" altLang="ko-KR" sz="2000" dirty="0" err="1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int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hour) {</a:t>
              </a:r>
            </a:p>
            <a:p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      </a:t>
              </a:r>
              <a:r>
                <a:rPr lang="en-US" altLang="ko-KR" sz="2000" dirty="0" err="1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System.out.println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(speed + “km/h</a:t>
              </a:r>
              <a:r>
                <a:rPr lang="ko-KR" altLang="en-US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로 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” + hour + “</a:t>
              </a:r>
              <a:r>
                <a:rPr lang="ko-KR" altLang="en-US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시간 동안 전진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”);</a:t>
              </a:r>
            </a:p>
            <a:p>
              <a:endParaRPr lang="en-US" altLang="ko-KR" sz="2000" dirty="0" smtClean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  <a:p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      double</a:t>
              </a:r>
              <a:r>
                <a:rPr lang="ko-KR" altLang="en-US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distance = speed * hour;</a:t>
              </a:r>
            </a:p>
            <a:p>
              <a:endParaRPr lang="en-US" altLang="ko-KR" sz="20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  <a:p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      return distance;</a:t>
              </a:r>
            </a:p>
            <a:p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  }</a:t>
              </a:r>
              <a:endParaRPr lang="ko-KR" altLang="en-US" sz="20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54" name="원호 53"/>
            <p:cNvSpPr/>
            <p:nvPr/>
          </p:nvSpPr>
          <p:spPr>
            <a:xfrm rot="8425555">
              <a:off x="714198" y="1077027"/>
              <a:ext cx="900000" cy="900000"/>
            </a:xfrm>
            <a:prstGeom prst="arc">
              <a:avLst>
                <a:gd name="adj1" fmla="val 13530061"/>
                <a:gd name="adj2" fmla="val 1870419"/>
              </a:avLst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3" name="원호 102"/>
            <p:cNvSpPr/>
            <p:nvPr/>
          </p:nvSpPr>
          <p:spPr>
            <a:xfrm rot="5696533">
              <a:off x="3581734" y="-2596670"/>
              <a:ext cx="2741380" cy="6980304"/>
            </a:xfrm>
            <a:prstGeom prst="arc">
              <a:avLst>
                <a:gd name="adj1" fmla="val 17174190"/>
                <a:gd name="adj2" fmla="val 4159039"/>
              </a:avLst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4" name="원호 103"/>
            <p:cNvSpPr/>
            <p:nvPr/>
          </p:nvSpPr>
          <p:spPr>
            <a:xfrm rot="6264436">
              <a:off x="3629377" y="-1735580"/>
              <a:ext cx="3054061" cy="6980304"/>
            </a:xfrm>
            <a:prstGeom prst="arc">
              <a:avLst>
                <a:gd name="adj1" fmla="val 17096554"/>
                <a:gd name="adj2" fmla="val 4395978"/>
              </a:avLst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56" name="직선 화살표 연결선 55"/>
            <p:cNvCxnSpPr/>
            <p:nvPr/>
          </p:nvCxnSpPr>
          <p:spPr>
            <a:xfrm>
              <a:off x="7898860" y="1983757"/>
              <a:ext cx="0" cy="115200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7" name="이등변 삼각형 56"/>
            <p:cNvSpPr/>
            <p:nvPr/>
          </p:nvSpPr>
          <p:spPr>
            <a:xfrm>
              <a:off x="599319" y="1462286"/>
              <a:ext cx="311285" cy="288000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9" name="이등변 삼각형 108"/>
            <p:cNvSpPr/>
            <p:nvPr/>
          </p:nvSpPr>
          <p:spPr>
            <a:xfrm rot="18731416">
              <a:off x="1921304" y="1697677"/>
              <a:ext cx="335641" cy="230520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1" name="이등변 삼각형 110"/>
            <p:cNvSpPr/>
            <p:nvPr/>
          </p:nvSpPr>
          <p:spPr>
            <a:xfrm rot="2868584" flipH="1">
              <a:off x="7521197" y="1791712"/>
              <a:ext cx="335641" cy="230520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2" name="이등변 삼각형 111"/>
            <p:cNvSpPr/>
            <p:nvPr/>
          </p:nvSpPr>
          <p:spPr>
            <a:xfrm flipV="1">
              <a:off x="7743217" y="2922004"/>
              <a:ext cx="311285" cy="288000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3" name="TextBox 112"/>
            <p:cNvSpPr txBox="1"/>
            <p:nvPr/>
          </p:nvSpPr>
          <p:spPr>
            <a:xfrm>
              <a:off x="4509159" y="1846983"/>
              <a:ext cx="171553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1. </a:t>
              </a:r>
              <a:r>
                <a:rPr lang="ko-KR" altLang="en-US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메서드 호출</a:t>
              </a:r>
              <a:endParaRPr lang="ko-KR" altLang="en-US" sz="20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115" name="TextBox 114"/>
            <p:cNvSpPr txBox="1"/>
            <p:nvPr/>
          </p:nvSpPr>
          <p:spPr>
            <a:xfrm>
              <a:off x="6217404" y="2470969"/>
              <a:ext cx="171553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2. </a:t>
              </a:r>
              <a:r>
                <a:rPr lang="ko-KR" altLang="en-US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메서드 실행</a:t>
              </a:r>
              <a:endParaRPr lang="ko-KR" altLang="en-US" sz="20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116" name="TextBox 115"/>
            <p:cNvSpPr txBox="1"/>
            <p:nvPr/>
          </p:nvSpPr>
          <p:spPr>
            <a:xfrm>
              <a:off x="4298641" y="3460399"/>
              <a:ext cx="171553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3. </a:t>
              </a:r>
              <a:r>
                <a:rPr lang="ko-KR" altLang="en-US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데이터 반환</a:t>
              </a:r>
              <a:endParaRPr lang="ko-KR" altLang="en-US" sz="20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5504159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3150</TotalTime>
  <Words>288</Words>
  <Application>Microsoft Office PowerPoint</Application>
  <PresentationFormat>와이드스크린</PresentationFormat>
  <Paragraphs>144</Paragraphs>
  <Slides>5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</vt:i4>
      </vt:variant>
    </vt:vector>
  </HeadingPairs>
  <TitlesOfParts>
    <vt:vector size="9" baseType="lpstr">
      <vt:lpstr>나눔스퀘어 Bold</vt:lpstr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DW</dc:creator>
  <cp:lastModifiedBy>DW</cp:lastModifiedBy>
  <cp:revision>202</cp:revision>
  <dcterms:created xsi:type="dcterms:W3CDTF">2026-08-04T06:26:42Z</dcterms:created>
  <dcterms:modified xsi:type="dcterms:W3CDTF">2026-09-30T01:40:06Z</dcterms:modified>
</cp:coreProperties>
</file>