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9" r:id="rId4"/>
    <p:sldId id="257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33" d="100"/>
          <a:sy n="33" d="100"/>
        </p:scale>
        <p:origin x="2646" y="10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242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직사각형 75"/>
          <p:cNvSpPr/>
          <p:nvPr/>
        </p:nvSpPr>
        <p:spPr>
          <a:xfrm>
            <a:off x="650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650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50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6500" y="65556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6" name="직선 화살표 연결선 85"/>
          <p:cNvCxnSpPr>
            <a:stCxn id="76" idx="2"/>
            <a:endCxn id="77" idx="0"/>
          </p:cNvCxnSpPr>
          <p:nvPr/>
        </p:nvCxnSpPr>
        <p:spPr>
          <a:xfrm>
            <a:off x="324650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77" idx="2"/>
            <a:endCxn id="78" idx="0"/>
          </p:cNvCxnSpPr>
          <p:nvPr/>
        </p:nvCxnSpPr>
        <p:spPr>
          <a:xfrm>
            <a:off x="324650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/>
          <p:cNvCxnSpPr>
            <a:stCxn id="78" idx="2"/>
            <a:endCxn id="80" idx="0"/>
          </p:cNvCxnSpPr>
          <p:nvPr/>
        </p:nvCxnSpPr>
        <p:spPr>
          <a:xfrm>
            <a:off x="3246500" y="58980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직사각형 88"/>
          <p:cNvSpPr/>
          <p:nvPr/>
        </p:nvSpPr>
        <p:spPr>
          <a:xfrm>
            <a:off x="360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DispatcherSevlet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3468627" y="3286269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468627" y="4663872"/>
            <a:ext cx="1588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Provider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선택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3468627" y="6042194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 지시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506712" y="7419797"/>
            <a:ext cx="1386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4641265" y="741979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 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/>
          <p:nvPr/>
        </p:nvSpPr>
        <p:spPr>
          <a:xfrm>
            <a:off x="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-353500" y="1761402"/>
            <a:ext cx="7200000" cy="72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9" name="직선 화살표 연결선 118"/>
          <p:cNvCxnSpPr>
            <a:stCxn id="80" idx="2"/>
            <a:endCxn id="116" idx="0"/>
          </p:cNvCxnSpPr>
          <p:nvPr/>
        </p:nvCxnSpPr>
        <p:spPr>
          <a:xfrm flipH="1">
            <a:off x="14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/>
          <p:cNvCxnSpPr>
            <a:stCxn id="80" idx="2"/>
            <a:endCxn id="89" idx="0"/>
          </p:cNvCxnSpPr>
          <p:nvPr/>
        </p:nvCxnSpPr>
        <p:spPr>
          <a:xfrm>
            <a:off x="32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모서리가 둥근 직사각형 78"/>
          <p:cNvSpPr/>
          <p:nvPr/>
        </p:nvSpPr>
        <p:spPr>
          <a:xfrm>
            <a:off x="18965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923899" y="-762144"/>
            <a:ext cx="9000000" cy="18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-3535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Client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2981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DelegatingFilterProxy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9497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24" name="직선 화살표 연결선 23"/>
          <p:cNvCxnSpPr>
            <a:stCxn id="21" idx="3"/>
            <a:endCxn id="22" idx="1"/>
          </p:cNvCxnSpPr>
          <p:nvPr/>
        </p:nvCxnSpPr>
        <p:spPr>
          <a:xfrm>
            <a:off x="32465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stCxn id="22" idx="3"/>
            <a:endCxn id="23" idx="1"/>
          </p:cNvCxnSpPr>
          <p:nvPr/>
        </p:nvCxnSpPr>
        <p:spPr>
          <a:xfrm>
            <a:off x="78981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4699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1215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위임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4118100" y="-235572"/>
            <a:ext cx="3960000" cy="11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4748100" y="-497158"/>
            <a:ext cx="144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필터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체인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6893899" y="-1015825"/>
            <a:ext cx="306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서블릿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컨테이너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(Tomcat)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7786288" y="6538930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7786288" y="5162765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786288" y="37851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7786288" y="24075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7788388" y="7915095"/>
            <a:ext cx="6480000" cy="180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SecurityContextHolder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4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482138" y="8635095"/>
            <a:ext cx="5040000" cy="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Principal</a:t>
            </a:r>
            <a:endParaRPr lang="ko-KR" altLang="en-US" sz="3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7" name="직선 화살표 연결선 36"/>
          <p:cNvCxnSpPr>
            <a:endCxn id="33" idx="0"/>
          </p:cNvCxnSpPr>
          <p:nvPr/>
        </p:nvCxnSpPr>
        <p:spPr>
          <a:xfrm>
            <a:off x="11026288" y="31275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>
            <a:stCxn id="33" idx="2"/>
            <a:endCxn id="32" idx="0"/>
          </p:cNvCxnSpPr>
          <p:nvPr/>
        </p:nvCxnSpPr>
        <p:spPr>
          <a:xfrm>
            <a:off x="11026288" y="4505162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>
            <a:stCxn id="32" idx="2"/>
            <a:endCxn id="31" idx="0"/>
          </p:cNvCxnSpPr>
          <p:nvPr/>
        </p:nvCxnSpPr>
        <p:spPr>
          <a:xfrm>
            <a:off x="11026288" y="5882765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>
            <a:stCxn id="31" idx="2"/>
            <a:endCxn id="35" idx="0"/>
          </p:cNvCxnSpPr>
          <p:nvPr/>
        </p:nvCxnSpPr>
        <p:spPr>
          <a:xfrm>
            <a:off x="11026288" y="7258930"/>
            <a:ext cx="210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7426288" y="1746108"/>
            <a:ext cx="7200000" cy="82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모서리가 둥근 직사각형 41"/>
          <p:cNvSpPr/>
          <p:nvPr/>
        </p:nvSpPr>
        <p:spPr>
          <a:xfrm>
            <a:off x="9652138" y="1386109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237270" y="740234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보관</a:t>
            </a:r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1237270" y="6023141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237270" y="464593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237270" y="3269771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3067</TotalTime>
  <Words>183</Words>
  <Application>Microsoft Office PowerPoint</Application>
  <PresentationFormat>와이드스크린</PresentationFormat>
  <Paragraphs>105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183</cp:revision>
  <dcterms:created xsi:type="dcterms:W3CDTF">2026-08-04T06:26:42Z</dcterms:created>
  <dcterms:modified xsi:type="dcterms:W3CDTF">2026-09-20T23:56:45Z</dcterms:modified>
</cp:coreProperties>
</file>