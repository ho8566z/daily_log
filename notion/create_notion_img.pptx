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3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FF"/>
    <a:srgbClr val="5B9BD5"/>
    <a:srgbClr val="9933FF"/>
    <a:srgbClr val="6699FF"/>
    <a:srgbClr val="FFFFFF"/>
    <a:srgbClr val="EB5D45"/>
    <a:srgbClr val="404040"/>
    <a:srgbClr val="E7E6E6"/>
    <a:srgbClr val="D0CEC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8348" autoAdjust="0"/>
    <p:restoredTop sz="94660"/>
  </p:normalViewPr>
  <p:slideViewPr>
    <p:cSldViewPr snapToGrid="0">
      <p:cViewPr>
        <p:scale>
          <a:sx n="25" d="100"/>
          <a:sy n="25" d="100"/>
        </p:scale>
        <p:origin x="1196" y="1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26-08-30(Sun)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직사각형 272"/>
          <p:cNvSpPr/>
          <p:nvPr/>
        </p:nvSpPr>
        <p:spPr>
          <a:xfrm>
            <a:off x="-62172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협업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3" name="직사각형 292"/>
          <p:cNvSpPr/>
          <p:nvPr/>
        </p:nvSpPr>
        <p:spPr>
          <a:xfrm>
            <a:off x="-23818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기획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4" name="직사각형 293"/>
          <p:cNvSpPr/>
          <p:nvPr/>
        </p:nvSpPr>
        <p:spPr>
          <a:xfrm>
            <a:off x="14536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요구사항</a:t>
            </a:r>
            <a:endParaRPr lang="en-US" altLang="ko-KR" sz="4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명세서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5" name="직사각형 294"/>
          <p:cNvSpPr/>
          <p:nvPr/>
        </p:nvSpPr>
        <p:spPr>
          <a:xfrm>
            <a:off x="52890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기능</a:t>
            </a:r>
            <a:endParaRPr lang="en-US" altLang="ko-KR" sz="4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명세서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6" name="직사각형 295"/>
          <p:cNvSpPr/>
          <p:nvPr/>
        </p:nvSpPr>
        <p:spPr>
          <a:xfrm>
            <a:off x="91244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테이블</a:t>
            </a:r>
            <a:endParaRPr lang="en-US" altLang="ko-KR" sz="4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명세서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7" name="직사각형 296"/>
          <p:cNvSpPr/>
          <p:nvPr/>
        </p:nvSpPr>
        <p:spPr>
          <a:xfrm>
            <a:off x="129598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스키마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8" name="직사각형 297"/>
          <p:cNvSpPr/>
          <p:nvPr/>
        </p:nvSpPr>
        <p:spPr>
          <a:xfrm>
            <a:off x="167952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기능 구현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00" name="직선 화살표 연결선 299"/>
          <p:cNvCxnSpPr>
            <a:stCxn id="273" idx="3"/>
            <a:endCxn id="293" idx="1"/>
          </p:cNvCxnSpPr>
          <p:nvPr/>
        </p:nvCxnSpPr>
        <p:spPr>
          <a:xfrm>
            <a:off x="-33372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/>
          <p:cNvCxnSpPr>
            <a:stCxn id="293" idx="3"/>
            <a:endCxn id="294" idx="1"/>
          </p:cNvCxnSpPr>
          <p:nvPr/>
        </p:nvCxnSpPr>
        <p:spPr>
          <a:xfrm>
            <a:off x="4982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직선 화살표 연결선 306"/>
          <p:cNvCxnSpPr>
            <a:stCxn id="294" idx="3"/>
            <a:endCxn id="295" idx="1"/>
          </p:cNvCxnSpPr>
          <p:nvPr/>
        </p:nvCxnSpPr>
        <p:spPr>
          <a:xfrm>
            <a:off x="43336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/>
          <p:cNvCxnSpPr>
            <a:stCxn id="295" idx="3"/>
            <a:endCxn id="296" idx="1"/>
          </p:cNvCxnSpPr>
          <p:nvPr/>
        </p:nvCxnSpPr>
        <p:spPr>
          <a:xfrm>
            <a:off x="81690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직선 화살표 연결선 313"/>
          <p:cNvCxnSpPr>
            <a:stCxn id="296" idx="3"/>
            <a:endCxn id="297" idx="1"/>
          </p:cNvCxnSpPr>
          <p:nvPr/>
        </p:nvCxnSpPr>
        <p:spPr>
          <a:xfrm>
            <a:off x="120044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직선 화살표 연결선 317"/>
          <p:cNvCxnSpPr>
            <a:stCxn id="297" idx="3"/>
            <a:endCxn id="298" idx="1"/>
          </p:cNvCxnSpPr>
          <p:nvPr/>
        </p:nvCxnSpPr>
        <p:spPr>
          <a:xfrm>
            <a:off x="158398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2747</TotalTime>
  <Words>159</Words>
  <Application>Microsoft Office PowerPoint</Application>
  <PresentationFormat>와이드스크린</PresentationFormat>
  <Paragraphs>93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147</cp:revision>
  <dcterms:created xsi:type="dcterms:W3CDTF">2026-08-04T06:26:42Z</dcterms:created>
  <dcterms:modified xsi:type="dcterms:W3CDTF">2026-08-30T13:58:25Z</dcterms:modified>
</cp:coreProperties>
</file>