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B5D45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33" d="100"/>
          <a:sy n="33" d="100"/>
        </p:scale>
        <p:origin x="79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26-08-20(Thu)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그룹 61"/>
          <p:cNvGrpSpPr/>
          <p:nvPr/>
        </p:nvGrpSpPr>
        <p:grpSpPr>
          <a:xfrm>
            <a:off x="-252919" y="968054"/>
            <a:ext cx="12704119" cy="2629657"/>
            <a:chOff x="-252919" y="968054"/>
            <a:chExt cx="12704119" cy="2629657"/>
          </a:xfrm>
        </p:grpSpPr>
        <p:sp>
          <p:nvSpPr>
            <p:cNvPr id="30" name="직사각형 29"/>
            <p:cNvSpPr/>
            <p:nvPr/>
          </p:nvSpPr>
          <p:spPr>
            <a:xfrm>
              <a:off x="-252919" y="968054"/>
              <a:ext cx="12704119" cy="101566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60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http://localhost:8090/MemberPjt/</a:t>
              </a:r>
              <a:endParaRPr lang="ko-KR" altLang="en-US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" name="모서리가 둥근 직사각형 35"/>
            <p:cNvSpPr/>
            <p:nvPr/>
          </p:nvSpPr>
          <p:spPr>
            <a:xfrm>
              <a:off x="-116730" y="2877711"/>
              <a:ext cx="2880000" cy="72000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 smtClean="0">
                  <a:solidFill>
                    <a:schemeClr val="tx1"/>
                  </a:solidFill>
                </a:rPr>
                <a:t>Protocol</a:t>
              </a:r>
              <a:endParaRPr lang="ko-KR" altLang="en-US" sz="4000" dirty="0">
                <a:solidFill>
                  <a:schemeClr val="tx1"/>
                </a:solidFill>
              </a:endParaRPr>
            </a:p>
          </p:txBody>
        </p:sp>
        <p:sp>
          <p:nvSpPr>
            <p:cNvPr id="37" name="모서리가 둥근 직사각형 36"/>
            <p:cNvSpPr/>
            <p:nvPr/>
          </p:nvSpPr>
          <p:spPr>
            <a:xfrm>
              <a:off x="3070854" y="2867983"/>
              <a:ext cx="2880000" cy="72000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 smtClean="0">
                  <a:solidFill>
                    <a:schemeClr val="tx1"/>
                  </a:solidFill>
                </a:rPr>
                <a:t>Host</a:t>
              </a:r>
              <a:endParaRPr lang="ko-KR" altLang="en-US" sz="4000" dirty="0">
                <a:solidFill>
                  <a:schemeClr val="tx1"/>
                </a:solidFill>
              </a:endParaRPr>
            </a:p>
          </p:txBody>
        </p:sp>
        <p:sp>
          <p:nvSpPr>
            <p:cNvPr id="38" name="모서리가 둥근 직사각형 37"/>
            <p:cNvSpPr/>
            <p:nvPr/>
          </p:nvSpPr>
          <p:spPr>
            <a:xfrm>
              <a:off x="6258438" y="2877711"/>
              <a:ext cx="2880000" cy="72000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 smtClean="0">
                  <a:solidFill>
                    <a:schemeClr val="tx1"/>
                  </a:solidFill>
                </a:rPr>
                <a:t>Port</a:t>
              </a:r>
              <a:endParaRPr lang="ko-KR" altLang="en-US" sz="4000" dirty="0">
                <a:solidFill>
                  <a:schemeClr val="tx1"/>
                </a:solidFill>
              </a:endParaRPr>
            </a:p>
          </p:txBody>
        </p:sp>
        <p:sp>
          <p:nvSpPr>
            <p:cNvPr id="39" name="모서리가 둥근 직사각형 38"/>
            <p:cNvSpPr/>
            <p:nvPr/>
          </p:nvSpPr>
          <p:spPr>
            <a:xfrm>
              <a:off x="9446022" y="2877711"/>
              <a:ext cx="2880000" cy="72000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smtClean="0">
                  <a:solidFill>
                    <a:schemeClr val="tx1"/>
                  </a:solidFill>
                </a:rPr>
                <a:t>Context Path</a:t>
              </a:r>
              <a:endParaRPr lang="ko-KR" altLang="en-US" sz="3200" dirty="0">
                <a:solidFill>
                  <a:schemeClr val="tx1"/>
                </a:solidFill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-194554" y="1969647"/>
              <a:ext cx="2160000" cy="3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2273029" y="1961116"/>
              <a:ext cx="3240000" cy="3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5820612" y="1958922"/>
              <a:ext cx="1800000" cy="3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7928195" y="1958922"/>
              <a:ext cx="3960000" cy="3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1" name="직선 화살표 연결선 50"/>
            <p:cNvCxnSpPr>
              <a:stCxn id="36" idx="0"/>
              <a:endCxn id="46" idx="2"/>
            </p:cNvCxnSpPr>
            <p:nvPr/>
          </p:nvCxnSpPr>
          <p:spPr>
            <a:xfrm flipH="1" flipV="1">
              <a:off x="885446" y="2005647"/>
              <a:ext cx="437824" cy="872064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화살표 연결선 52"/>
            <p:cNvCxnSpPr>
              <a:stCxn id="37" idx="0"/>
              <a:endCxn id="47" idx="2"/>
            </p:cNvCxnSpPr>
            <p:nvPr/>
          </p:nvCxnSpPr>
          <p:spPr>
            <a:xfrm flipH="1" flipV="1">
              <a:off x="3893029" y="1997116"/>
              <a:ext cx="617825" cy="870867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/>
            <p:cNvCxnSpPr>
              <a:stCxn id="38" idx="0"/>
              <a:endCxn id="48" idx="2"/>
            </p:cNvCxnSpPr>
            <p:nvPr/>
          </p:nvCxnSpPr>
          <p:spPr>
            <a:xfrm flipH="1" flipV="1">
              <a:off x="6720612" y="1994922"/>
              <a:ext cx="977826" cy="882789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화살표 연결선 58"/>
            <p:cNvCxnSpPr>
              <a:stCxn id="39" idx="0"/>
              <a:endCxn id="49" idx="2"/>
            </p:cNvCxnSpPr>
            <p:nvPr/>
          </p:nvCxnSpPr>
          <p:spPr>
            <a:xfrm flipH="1" flipV="1">
              <a:off x="9908195" y="1994922"/>
              <a:ext cx="977827" cy="882789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개체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5952625"/>
              </p:ext>
            </p:extLst>
          </p:nvPr>
        </p:nvGraphicFramePr>
        <p:xfrm>
          <a:off x="2573338" y="719138"/>
          <a:ext cx="7043737" cy="541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" name="워크시트" r:id="rId3" imgW="22637898" imgH="17411877" progId="Excel.Sheet.12">
                  <p:embed/>
                </p:oleObj>
              </mc:Choice>
              <mc:Fallback>
                <p:oleObj name="워크시트" r:id="rId3" imgW="22637898" imgH="1741187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73338" y="719138"/>
                        <a:ext cx="7043737" cy="5418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그룹 81"/>
          <p:cNvGrpSpPr/>
          <p:nvPr/>
        </p:nvGrpSpPr>
        <p:grpSpPr>
          <a:xfrm>
            <a:off x="1447800" y="1473200"/>
            <a:ext cx="8721500" cy="2160000"/>
            <a:chOff x="1447800" y="1473200"/>
            <a:chExt cx="8721500" cy="2160000"/>
          </a:xfrm>
        </p:grpSpPr>
        <p:sp>
          <p:nvSpPr>
            <p:cNvPr id="69" name="직사각형 68"/>
            <p:cNvSpPr/>
            <p:nvPr/>
          </p:nvSpPr>
          <p:spPr>
            <a:xfrm>
              <a:off x="4368550" y="1473200"/>
              <a:ext cx="36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모서리가 둥근 직사각형 69"/>
            <p:cNvSpPr/>
            <p:nvPr/>
          </p:nvSpPr>
          <p:spPr>
            <a:xfrm>
              <a:off x="1447800" y="2193200"/>
              <a:ext cx="216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Singleton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8729300" y="1663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8729300" y="2722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9" name="오른쪽 화살표 78"/>
            <p:cNvSpPr/>
            <p:nvPr/>
          </p:nvSpPr>
          <p:spPr>
            <a:xfrm>
              <a:off x="3700175" y="23373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오른쪽 화살표 79"/>
            <p:cNvSpPr/>
            <p:nvPr/>
          </p:nvSpPr>
          <p:spPr>
            <a:xfrm flipH="1">
              <a:off x="8060925" y="1807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오른쪽 화살표 80"/>
            <p:cNvSpPr/>
            <p:nvPr/>
          </p:nvSpPr>
          <p:spPr>
            <a:xfrm flipH="1">
              <a:off x="8060925" y="2866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1923</TotalTime>
  <Words>165</Words>
  <Application>Microsoft Office PowerPoint</Application>
  <PresentationFormat>와이드스크린</PresentationFormat>
  <Paragraphs>92</Paragraphs>
  <Slides>6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나눔스퀘어 Bold</vt:lpstr>
      <vt:lpstr>맑은 고딕</vt:lpstr>
      <vt:lpstr>Arial</vt:lpstr>
      <vt:lpstr>Office 테마</vt:lpstr>
      <vt:lpstr>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119</cp:revision>
  <dcterms:created xsi:type="dcterms:W3CDTF">2026-08-04T06:26:42Z</dcterms:created>
  <dcterms:modified xsi:type="dcterms:W3CDTF">2026-08-20T13:34:42Z</dcterms:modified>
</cp:coreProperties>
</file>