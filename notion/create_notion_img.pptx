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3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75" d="100"/>
          <a:sy n="75" d="100"/>
        </p:scale>
        <p:origin x="276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26-08-22(Sat)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그룹 55"/>
          <p:cNvGrpSpPr/>
          <p:nvPr/>
        </p:nvGrpSpPr>
        <p:grpSpPr>
          <a:xfrm>
            <a:off x="-488868" y="928470"/>
            <a:ext cx="14924134" cy="3166334"/>
            <a:chOff x="-488868" y="928470"/>
            <a:chExt cx="14924134" cy="3166334"/>
          </a:xfrm>
        </p:grpSpPr>
        <p:sp>
          <p:nvSpPr>
            <p:cNvPr id="17" name="직사각형 16"/>
            <p:cNvSpPr/>
            <p:nvPr/>
          </p:nvSpPr>
          <p:spPr>
            <a:xfrm>
              <a:off x="2743199" y="1574802"/>
              <a:ext cx="8460000" cy="25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4190998" y="17658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Member</a:t>
              </a:r>
              <a:b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</a:b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6524733" y="17658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Member</a:t>
              </a:r>
              <a:b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</a:b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8858468" y="17658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Member</a:t>
              </a:r>
              <a:b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</a:b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Dao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2935566" y="1765800"/>
              <a:ext cx="108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</a:t>
              </a: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eb.xml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-488868" y="1574802"/>
              <a:ext cx="2520000" cy="25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-308868" y="1782736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View</a:t>
              </a:r>
              <a:endParaRPr lang="ko-KR" altLang="en-US" sz="4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11915266" y="1574804"/>
              <a:ext cx="2520000" cy="25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12095266" y="1782736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DB</a:t>
              </a:r>
              <a:endParaRPr lang="ko-KR" altLang="en-US" sz="4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1680" y="928471"/>
              <a:ext cx="13789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/>
                <a:t>Client</a:t>
              </a:r>
              <a:endParaRPr lang="ko-KR" altLang="en-US" sz="3600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777694" y="928470"/>
              <a:ext cx="43910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/>
                <a:t>w</a:t>
              </a:r>
              <a:r>
                <a:rPr lang="en-US" altLang="ko-KR" sz="3600" dirty="0" smtClean="0"/>
                <a:t>eb server : Tomcat</a:t>
              </a:r>
              <a:endParaRPr lang="ko-KR" altLang="en-US" sz="3600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782369" y="928470"/>
              <a:ext cx="78579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/>
                <a:t>DB</a:t>
              </a:r>
              <a:endParaRPr lang="ko-KR" altLang="en-US" sz="36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-451607" y="3335603"/>
              <a:ext cx="244547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 smtClean="0"/>
                <a:t>ID, PW, MAIL, PHONE</a:t>
              </a:r>
            </a:p>
            <a:p>
              <a:pPr algn="ctr"/>
              <a:r>
                <a:rPr lang="en-US" altLang="ko-KR" dirty="0" smtClean="0"/>
                <a:t>[ SUBMIT ]</a:t>
              </a:r>
              <a:endParaRPr lang="ko-KR" altLang="en-US" dirty="0"/>
            </a:p>
          </p:txBody>
        </p:sp>
        <p:cxnSp>
          <p:nvCxnSpPr>
            <p:cNvPr id="34" name="직선 화살표 연결선 33"/>
            <p:cNvCxnSpPr>
              <a:stCxn id="29" idx="3"/>
              <a:endCxn id="27" idx="1"/>
            </p:cNvCxnSpPr>
            <p:nvPr/>
          </p:nvCxnSpPr>
          <p:spPr>
            <a:xfrm flipV="1">
              <a:off x="1851132" y="2485800"/>
              <a:ext cx="1084434" cy="16936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꺾인 연결선 36"/>
            <p:cNvCxnSpPr>
              <a:stCxn id="27" idx="2"/>
              <a:endCxn id="21" idx="2"/>
            </p:cNvCxnSpPr>
            <p:nvPr/>
          </p:nvCxnSpPr>
          <p:spPr>
            <a:xfrm rot="16200000" flipH="1">
              <a:off x="4249566" y="2431800"/>
              <a:ext cx="12700" cy="1548000"/>
            </a:xfrm>
            <a:prstGeom prst="bentConnector3">
              <a:avLst>
                <a:gd name="adj1" fmla="val 366666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꺾인 연결선 40"/>
            <p:cNvCxnSpPr/>
            <p:nvPr/>
          </p:nvCxnSpPr>
          <p:spPr>
            <a:xfrm rot="16200000" flipH="1">
              <a:off x="6437014" y="2161799"/>
              <a:ext cx="12700" cy="2088000"/>
            </a:xfrm>
            <a:prstGeom prst="bentConnector3">
              <a:avLst>
                <a:gd name="adj1" fmla="val 3733331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꺾인 연결선 46"/>
            <p:cNvCxnSpPr/>
            <p:nvPr/>
          </p:nvCxnSpPr>
          <p:spPr>
            <a:xfrm rot="16200000" flipH="1">
              <a:off x="8896402" y="2125799"/>
              <a:ext cx="12700" cy="2160000"/>
            </a:xfrm>
            <a:prstGeom prst="bentConnector3">
              <a:avLst>
                <a:gd name="adj1" fmla="val 373333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/>
            <p:cNvCxnSpPr>
              <a:stCxn id="23" idx="3"/>
              <a:endCxn id="31" idx="1"/>
            </p:cNvCxnSpPr>
            <p:nvPr/>
          </p:nvCxnSpPr>
          <p:spPr>
            <a:xfrm>
              <a:off x="11018468" y="2485800"/>
              <a:ext cx="1076798" cy="16936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직사각형 54"/>
            <p:cNvSpPr/>
            <p:nvPr/>
          </p:nvSpPr>
          <p:spPr>
            <a:xfrm>
              <a:off x="8362752" y="3396798"/>
              <a:ext cx="1080000" cy="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DTO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2163</TotalTime>
  <Words>171</Words>
  <Application>Microsoft Office PowerPoint</Application>
  <PresentationFormat>와이드스크린</PresentationFormat>
  <Paragraphs>95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125</cp:revision>
  <dcterms:created xsi:type="dcterms:W3CDTF">2026-08-04T06:26:42Z</dcterms:created>
  <dcterms:modified xsi:type="dcterms:W3CDTF">2026-08-22T12:40:10Z</dcterms:modified>
</cp:coreProperties>
</file>