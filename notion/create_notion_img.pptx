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  <a:srgbClr val="FFFFFF"/>
    <a:srgbClr val="9966FF"/>
    <a:srgbClr val="5B9BD5"/>
    <a:srgbClr val="9933FF"/>
    <a:srgbClr val="6699FF"/>
    <a:srgbClr val="EB5D45"/>
    <a:srgbClr val="404040"/>
    <a:srgbClr val="E7E6E6"/>
    <a:srgbClr val="D0CE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25" d="100"/>
          <a:sy n="25" d="100"/>
        </p:scale>
        <p:origin x="1180" y="1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26-09-07(Mon)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26-09-07(Mon)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26-09-07(Mon)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26-09-07(Mon)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26-09-07(Mon)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26-09-07(Mon)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26-09-07(Mon)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26-09-07(Mon)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26-09-07(Mon)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26-09-07(Mon)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26-09-07(Mon)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26-09-07(Mon)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그룹 38"/>
          <p:cNvGrpSpPr/>
          <p:nvPr/>
        </p:nvGrpSpPr>
        <p:grpSpPr>
          <a:xfrm>
            <a:off x="-1620000" y="388495"/>
            <a:ext cx="19028220" cy="5180421"/>
            <a:chOff x="-1620000" y="388495"/>
            <a:chExt cx="19028220" cy="5180421"/>
          </a:xfrm>
        </p:grpSpPr>
        <p:sp>
          <p:nvSpPr>
            <p:cNvPr id="7" name="직사각형 6"/>
            <p:cNvSpPr/>
            <p:nvPr/>
          </p:nvSpPr>
          <p:spPr>
            <a:xfrm>
              <a:off x="-1620000" y="1755302"/>
              <a:ext cx="3240000" cy="108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6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CalAssembler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423464" y="1755302"/>
              <a:ext cx="3240000" cy="108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60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MainClass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466928" y="1755302"/>
              <a:ext cx="3240000" cy="108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6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MyCalculator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10510392" y="1755302"/>
              <a:ext cx="3240000" cy="108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6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ICalculator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15248220" y="388495"/>
              <a:ext cx="2160000" cy="108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6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CalAdd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15248220" y="1755302"/>
              <a:ext cx="2160000" cy="108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6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CalSub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15248220" y="3122109"/>
              <a:ext cx="2160000" cy="108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6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CalMul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15248220" y="4488916"/>
              <a:ext cx="2160000" cy="108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6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CalDiv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16" name="직선 화살표 연결선 15"/>
            <p:cNvCxnSpPr>
              <a:stCxn id="7" idx="3"/>
              <a:endCxn id="8" idx="1"/>
            </p:cNvCxnSpPr>
            <p:nvPr/>
          </p:nvCxnSpPr>
          <p:spPr>
            <a:xfrm>
              <a:off x="1620000" y="2295302"/>
              <a:ext cx="803464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화살표 연결선 19"/>
            <p:cNvCxnSpPr>
              <a:stCxn id="8" idx="3"/>
              <a:endCxn id="9" idx="1"/>
            </p:cNvCxnSpPr>
            <p:nvPr/>
          </p:nvCxnSpPr>
          <p:spPr>
            <a:xfrm>
              <a:off x="5663464" y="2295302"/>
              <a:ext cx="803464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화살표 연결선 22"/>
            <p:cNvCxnSpPr>
              <a:stCxn id="9" idx="3"/>
              <a:endCxn id="10" idx="1"/>
            </p:cNvCxnSpPr>
            <p:nvPr/>
          </p:nvCxnSpPr>
          <p:spPr>
            <a:xfrm>
              <a:off x="9706928" y="2295302"/>
              <a:ext cx="803464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화살표 연결선 25"/>
            <p:cNvCxnSpPr>
              <a:stCxn id="12" idx="1"/>
              <a:endCxn id="10" idx="3"/>
            </p:cNvCxnSpPr>
            <p:nvPr/>
          </p:nvCxnSpPr>
          <p:spPr>
            <a:xfrm flipH="1">
              <a:off x="13750392" y="2295302"/>
              <a:ext cx="1497828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꺾인 연결선 29"/>
            <p:cNvCxnSpPr>
              <a:stCxn id="11" idx="1"/>
              <a:endCxn id="10" idx="3"/>
            </p:cNvCxnSpPr>
            <p:nvPr/>
          </p:nvCxnSpPr>
          <p:spPr>
            <a:xfrm rot="10800000" flipV="1">
              <a:off x="13750392" y="928494"/>
              <a:ext cx="1497828" cy="1366807"/>
            </a:xfrm>
            <a:prstGeom prst="bentConnector3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꺾인 연결선 32"/>
            <p:cNvCxnSpPr>
              <a:stCxn id="13" idx="1"/>
              <a:endCxn id="10" idx="3"/>
            </p:cNvCxnSpPr>
            <p:nvPr/>
          </p:nvCxnSpPr>
          <p:spPr>
            <a:xfrm rot="10800000">
              <a:off x="13750392" y="2295303"/>
              <a:ext cx="1497828" cy="1366807"/>
            </a:xfrm>
            <a:prstGeom prst="bentConnector3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꺾인 연결선 35"/>
            <p:cNvCxnSpPr>
              <a:stCxn id="14" idx="1"/>
              <a:endCxn id="10" idx="3"/>
            </p:cNvCxnSpPr>
            <p:nvPr/>
          </p:nvCxnSpPr>
          <p:spPr>
            <a:xfrm rot="10800000">
              <a:off x="13750392" y="2295302"/>
              <a:ext cx="1497828" cy="2733614"/>
            </a:xfrm>
            <a:prstGeom prst="bentConnector3">
              <a:avLst>
                <a:gd name="adj1" fmla="val 50000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2864</TotalTime>
  <Words>135</Words>
  <Application>Microsoft Office PowerPoint</Application>
  <PresentationFormat>와이드스크린</PresentationFormat>
  <Paragraphs>82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user</cp:lastModifiedBy>
  <cp:revision>161</cp:revision>
  <dcterms:created xsi:type="dcterms:W3CDTF">2026-08-04T06:26:42Z</dcterms:created>
  <dcterms:modified xsi:type="dcterms:W3CDTF">2026-09-06T21:54:34Z</dcterms:modified>
</cp:coreProperties>
</file>