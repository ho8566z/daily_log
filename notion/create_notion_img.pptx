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FFFFFF"/>
    <a:srgbClr val="9966FF"/>
    <a:srgbClr val="5B9BD5"/>
    <a:srgbClr val="9933FF"/>
    <a:srgbClr val="6699FF"/>
    <a:srgbClr val="EB5D45"/>
    <a:srgbClr val="404040"/>
    <a:srgbClr val="E7E6E6"/>
    <a:srgbClr val="D0CE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66" d="100"/>
          <a:sy n="66" d="100"/>
        </p:scale>
        <p:origin x="60" y="1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그룹 33"/>
          <p:cNvGrpSpPr/>
          <p:nvPr/>
        </p:nvGrpSpPr>
        <p:grpSpPr>
          <a:xfrm>
            <a:off x="1364343" y="5058000"/>
            <a:ext cx="8114172" cy="1807027"/>
            <a:chOff x="1364343" y="5058000"/>
            <a:chExt cx="8114172" cy="1807027"/>
          </a:xfrm>
        </p:grpSpPr>
        <p:sp>
          <p:nvSpPr>
            <p:cNvPr id="23" name="직사각형 22"/>
            <p:cNvSpPr/>
            <p:nvPr/>
          </p:nvSpPr>
          <p:spPr>
            <a:xfrm>
              <a:off x="1364343" y="5065027"/>
              <a:ext cx="3600000" cy="18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Application</a:t>
              </a:r>
            </a:p>
            <a:p>
              <a:pPr algn="ctr"/>
              <a: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(Service &gt; Dao</a:t>
              </a:r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</a:p>
            <a:p>
              <a:pPr algn="ctr"/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7678515" y="5058000"/>
              <a:ext cx="1800000" cy="18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DB</a:t>
              </a:r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26" name="직선 화살표 연결선 25"/>
            <p:cNvCxnSpPr/>
            <p:nvPr/>
          </p:nvCxnSpPr>
          <p:spPr>
            <a:xfrm>
              <a:off x="4964343" y="5667600"/>
              <a:ext cx="2520000" cy="0"/>
            </a:xfrm>
            <a:prstGeom prst="straightConnector1">
              <a:avLst/>
            </a:prstGeom>
            <a:ln w="76200">
              <a:solidFill>
                <a:srgbClr val="ED7D3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직선 화살표 연결선 26"/>
            <p:cNvCxnSpPr/>
            <p:nvPr/>
          </p:nvCxnSpPr>
          <p:spPr>
            <a:xfrm flipH="1" flipV="1">
              <a:off x="5158515" y="6386056"/>
              <a:ext cx="2520000" cy="0"/>
            </a:xfrm>
            <a:prstGeom prst="straightConnector1">
              <a:avLst/>
            </a:prstGeom>
            <a:ln w="76200">
              <a:solidFill>
                <a:srgbClr val="ED7D3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모서리가 둥근 직사각형 28"/>
            <p:cNvSpPr/>
            <p:nvPr/>
          </p:nvSpPr>
          <p:spPr>
            <a:xfrm>
              <a:off x="1724343" y="6228112"/>
              <a:ext cx="2880000" cy="4320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내림차순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" name="모서리가 둥근 직사각형 29"/>
            <p:cNvSpPr/>
            <p:nvPr/>
          </p:nvSpPr>
          <p:spPr>
            <a:xfrm>
              <a:off x="7858515" y="6228112"/>
              <a:ext cx="1440000" cy="4320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오름차순 </a:t>
              </a:r>
              <a:r>
                <a:rPr lang="en-US" altLang="ko-KR" sz="11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&gt; </a:t>
              </a:r>
              <a:r>
                <a:rPr lang="ko-KR" altLang="en-US" sz="11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내림차순</a:t>
              </a:r>
              <a:endParaRPr lang="ko-KR" altLang="en-US" sz="11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1" name="모서리가 둥근 직사각형 30"/>
            <p:cNvSpPr/>
            <p:nvPr/>
          </p:nvSpPr>
          <p:spPr>
            <a:xfrm>
              <a:off x="5504343" y="6426000"/>
              <a:ext cx="1440000" cy="4320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내림차순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  <p:grpSp>
        <p:nvGrpSpPr>
          <p:cNvPr id="28" name="그룹 27"/>
          <p:cNvGrpSpPr/>
          <p:nvPr/>
        </p:nvGrpSpPr>
        <p:grpSpPr>
          <a:xfrm>
            <a:off x="1364343" y="0"/>
            <a:ext cx="8114172" cy="1807027"/>
            <a:chOff x="1364343" y="0"/>
            <a:chExt cx="8114172" cy="1807027"/>
          </a:xfrm>
        </p:grpSpPr>
        <p:sp>
          <p:nvSpPr>
            <p:cNvPr id="6" name="직사각형 5"/>
            <p:cNvSpPr/>
            <p:nvPr/>
          </p:nvSpPr>
          <p:spPr>
            <a:xfrm>
              <a:off x="1364343" y="7027"/>
              <a:ext cx="3600000" cy="18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Application</a:t>
              </a:r>
            </a:p>
            <a:p>
              <a:pPr algn="ctr"/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(Service &gt; Dao)</a:t>
              </a:r>
            </a:p>
            <a:p>
              <a:pPr algn="ctr"/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7678515" y="0"/>
              <a:ext cx="1800000" cy="180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DB</a:t>
              </a:r>
            </a:p>
          </p:txBody>
        </p:sp>
        <p:cxnSp>
          <p:nvCxnSpPr>
            <p:cNvPr id="9" name="직선 화살표 연결선 8"/>
            <p:cNvCxnSpPr/>
            <p:nvPr/>
          </p:nvCxnSpPr>
          <p:spPr>
            <a:xfrm>
              <a:off x="4964343" y="609600"/>
              <a:ext cx="2520000" cy="0"/>
            </a:xfrm>
            <a:prstGeom prst="straightConnector1">
              <a:avLst/>
            </a:prstGeom>
            <a:ln w="76200">
              <a:solidFill>
                <a:srgbClr val="ED7D3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/>
            <p:cNvCxnSpPr/>
            <p:nvPr/>
          </p:nvCxnSpPr>
          <p:spPr>
            <a:xfrm flipH="1" flipV="1">
              <a:off x="5158515" y="1328056"/>
              <a:ext cx="2520000" cy="0"/>
            </a:xfrm>
            <a:prstGeom prst="straightConnector1">
              <a:avLst/>
            </a:prstGeom>
            <a:ln w="76200">
              <a:solidFill>
                <a:srgbClr val="ED7D3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모서리가 둥근 직사각형 14"/>
            <p:cNvSpPr/>
            <p:nvPr/>
          </p:nvSpPr>
          <p:spPr>
            <a:xfrm>
              <a:off x="1724343" y="1184626"/>
              <a:ext cx="2880000" cy="4320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오름차순 </a:t>
              </a:r>
              <a:r>
                <a:rPr lang="en-US" altLang="ko-KR" sz="1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&gt; </a:t>
              </a:r>
              <a:r>
                <a:rPr lang="ko-KR" altLang="en-US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내림차순 </a:t>
              </a:r>
              <a:r>
                <a:rPr lang="en-US" altLang="ko-KR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= </a:t>
              </a:r>
              <a:r>
                <a:rPr lang="ko-KR" altLang="en-US" sz="1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오름차순</a:t>
              </a:r>
              <a:endParaRPr lang="ko-KR" altLang="en-US" sz="1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3" name="모서리가 둥근 직사각형 32"/>
            <p:cNvSpPr/>
            <p:nvPr/>
          </p:nvSpPr>
          <p:spPr>
            <a:xfrm>
              <a:off x="5601429" y="1375027"/>
              <a:ext cx="1440000" cy="43200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오름차순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2854</TotalTime>
  <Words>152</Words>
  <Application>Microsoft Office PowerPoint</Application>
  <PresentationFormat>와이드스크린</PresentationFormat>
  <Paragraphs>85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158</cp:revision>
  <dcterms:created xsi:type="dcterms:W3CDTF">2026-08-04T06:26:42Z</dcterms:created>
  <dcterms:modified xsi:type="dcterms:W3CDTF">2026-09-02T08:26:31Z</dcterms:modified>
</cp:coreProperties>
</file>