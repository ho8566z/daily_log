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66" d="100"/>
          <a:sy n="66" d="100"/>
        </p:scale>
        <p:origin x="846" y="9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/>
          <p:cNvSpPr/>
          <p:nvPr/>
        </p:nvSpPr>
        <p:spPr>
          <a:xfrm>
            <a:off x="1873050" y="5601724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1873050" y="4225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873050" y="28479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1873050" y="14703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1875150" y="6977889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2568900" y="7697889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4" name="직선 화살표 연결선 93"/>
          <p:cNvCxnSpPr>
            <a:endCxn id="42" idx="0"/>
          </p:cNvCxnSpPr>
          <p:nvPr/>
        </p:nvCxnSpPr>
        <p:spPr>
          <a:xfrm>
            <a:off x="5113050" y="21903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>
            <a:stCxn id="42" idx="2"/>
            <a:endCxn id="41" idx="0"/>
          </p:cNvCxnSpPr>
          <p:nvPr/>
        </p:nvCxnSpPr>
        <p:spPr>
          <a:xfrm>
            <a:off x="5113050" y="35679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>
            <a:stCxn id="41" idx="2"/>
            <a:endCxn id="40" idx="0"/>
          </p:cNvCxnSpPr>
          <p:nvPr/>
        </p:nvCxnSpPr>
        <p:spPr>
          <a:xfrm>
            <a:off x="5113050" y="4945559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/>
          <p:cNvCxnSpPr>
            <a:stCxn id="40" idx="2"/>
            <a:endCxn id="91" idx="0"/>
          </p:cNvCxnSpPr>
          <p:nvPr/>
        </p:nvCxnSpPr>
        <p:spPr>
          <a:xfrm>
            <a:off x="5113050" y="6321724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직사각형 108"/>
          <p:cNvSpPr/>
          <p:nvPr/>
        </p:nvSpPr>
        <p:spPr>
          <a:xfrm>
            <a:off x="1513050" y="808902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모서리가 둥근 직사각형 42"/>
          <p:cNvSpPr/>
          <p:nvPr/>
        </p:nvSpPr>
        <p:spPr>
          <a:xfrm>
            <a:off x="3738900" y="4489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24032" y="6465140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24032" y="5085935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24032" y="3708730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324032" y="2332565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9339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직사각형 10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/>
          <p:cNvSpPr/>
          <p:nvPr/>
        </p:nvSpPr>
        <p:spPr>
          <a:xfrm>
            <a:off x="7626150" y="6554224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762615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762615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모서리가 둥근 직사각형 42"/>
          <p:cNvSpPr/>
          <p:nvPr/>
        </p:nvSpPr>
        <p:spPr>
          <a:xfrm>
            <a:off x="94920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762615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4" name="직선 화살표 연결선 83"/>
          <p:cNvCxnSpPr>
            <a:stCxn id="81" idx="3"/>
            <a:endCxn id="8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/>
          <p:cNvCxnSpPr>
            <a:stCxn id="82" idx="3"/>
            <a:endCxn id="8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6500" y="7931827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0" name="직선 화살표 연결선 89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/>
          <p:cNvSpPr/>
          <p:nvPr/>
        </p:nvSpPr>
        <p:spPr>
          <a:xfrm>
            <a:off x="7628250" y="7930389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8322000" y="8650389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4" name="직선 화살표 연결선 93"/>
          <p:cNvCxnSpPr>
            <a:endCxn id="42" idx="0"/>
          </p:cNvCxnSpPr>
          <p:nvPr/>
        </p:nvCxnSpPr>
        <p:spPr>
          <a:xfrm>
            <a:off x="1086615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/>
          <p:cNvCxnSpPr>
            <a:stCxn id="42" idx="2"/>
            <a:endCxn id="41" idx="0"/>
          </p:cNvCxnSpPr>
          <p:nvPr/>
        </p:nvCxnSpPr>
        <p:spPr>
          <a:xfrm>
            <a:off x="1086615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>
            <a:stCxn id="41" idx="2"/>
            <a:endCxn id="40" idx="0"/>
          </p:cNvCxnSpPr>
          <p:nvPr/>
        </p:nvCxnSpPr>
        <p:spPr>
          <a:xfrm>
            <a:off x="10866150" y="5898059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/>
          <p:cNvCxnSpPr>
            <a:stCxn id="40" idx="2"/>
            <a:endCxn id="91" idx="0"/>
          </p:cNvCxnSpPr>
          <p:nvPr/>
        </p:nvCxnSpPr>
        <p:spPr>
          <a:xfrm>
            <a:off x="10866150" y="7274224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직사각형 108"/>
          <p:cNvSpPr/>
          <p:nvPr/>
        </p:nvSpPr>
        <p:spPr>
          <a:xfrm>
            <a:off x="7266150" y="1761402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9" name="모서리가 둥근 직사각형 38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90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3066</TotalTime>
  <Words>200</Words>
  <Application>Microsoft Office PowerPoint</Application>
  <PresentationFormat>와이드스크린</PresentationFormat>
  <Paragraphs>119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181</cp:revision>
  <dcterms:created xsi:type="dcterms:W3CDTF">2026-08-04T06:26:42Z</dcterms:created>
  <dcterms:modified xsi:type="dcterms:W3CDTF">2026-09-17T08:28:49Z</dcterms:modified>
</cp:coreProperties>
</file>