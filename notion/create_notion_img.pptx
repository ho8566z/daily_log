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75" d="100"/>
          <a:sy n="75" d="100"/>
        </p:scale>
        <p:origin x="744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개체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9005081"/>
              </p:ext>
            </p:extLst>
          </p:nvPr>
        </p:nvGraphicFramePr>
        <p:xfrm>
          <a:off x="5062538" y="3003550"/>
          <a:ext cx="2066925" cy="84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워크시트" r:id="rId3" imgW="2066849" imgH="847770" progId="Excel.Sheet.12">
                  <p:embed/>
                </p:oleObj>
              </mc:Choice>
              <mc:Fallback>
                <p:oleObj name="워크시트" r:id="rId3" imgW="2066849" imgH="84777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062538" y="3003550"/>
                        <a:ext cx="2066925" cy="847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개체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4314009"/>
              </p:ext>
            </p:extLst>
          </p:nvPr>
        </p:nvGraphicFramePr>
        <p:xfrm>
          <a:off x="8516938" y="3317874"/>
          <a:ext cx="2066925" cy="219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워크시트" r:id="rId5" imgW="2066849" imgH="219053" progId="Excel.Sheet.12">
                  <p:embed/>
                </p:oleObj>
              </mc:Choice>
              <mc:Fallback>
                <p:oleObj name="워크시트" r:id="rId5" imgW="2066849" imgH="219053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16938" y="3317874"/>
                        <a:ext cx="2066925" cy="219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개체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2625"/>
              </p:ext>
            </p:extLst>
          </p:nvPr>
        </p:nvGraphicFramePr>
        <p:xfrm>
          <a:off x="2573338" y="719138"/>
          <a:ext cx="7043737" cy="541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워크시트" r:id="rId3" imgW="22637898" imgH="17411877" progId="Excel.Sheet.12">
                  <p:embed/>
                </p:oleObj>
              </mc:Choice>
              <mc:Fallback>
                <p:oleObj name="워크시트" r:id="rId3" imgW="22637898" imgH="1741187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3338" y="719138"/>
                        <a:ext cx="7043737" cy="541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1861</TotalTime>
  <Words>156</Words>
  <Application>Microsoft Office PowerPoint</Application>
  <PresentationFormat>와이드스크린</PresentationFormat>
  <Paragraphs>87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나눔스퀘어 Bold</vt:lpstr>
      <vt:lpstr>맑은 고딕</vt:lpstr>
      <vt:lpstr>Arial</vt:lpstr>
      <vt:lpstr>Office 테마</vt:lpstr>
      <vt:lpstr>워크시트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114</cp:revision>
  <dcterms:created xsi:type="dcterms:W3CDTF">2026-08-04T06:26:42Z</dcterms:created>
  <dcterms:modified xsi:type="dcterms:W3CDTF">2026-08-20T03:22:04Z</dcterms:modified>
</cp:coreProperties>
</file>