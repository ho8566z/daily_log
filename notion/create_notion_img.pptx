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648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657350" y="1462200"/>
            <a:ext cx="4320000" cy="28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20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877175" y="2362200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애플리케이션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9791700" y="2362200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Connection</a:t>
            </a:r>
          </a:p>
          <a:p>
            <a:pPr algn="ctr"/>
            <a:r>
              <a:rPr lang="ko-KR" altLang="en-US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반납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-1154566" y="883318"/>
            <a:ext cx="3314433" cy="58477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ko-KR" altLang="en-US" sz="3200" dirty="0" err="1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Connection</a:t>
            </a:r>
            <a:r>
              <a: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3200" dirty="0" err="1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Pool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-1297350" y="1714200"/>
            <a:ext cx="3600000" cy="64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Connection 1</a:t>
            </a:r>
            <a:endParaRPr lang="ko-KR" altLang="en-US" sz="32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-1297350" y="2609534"/>
            <a:ext cx="3600000" cy="64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Connection </a:t>
            </a:r>
            <a:r>
              <a:rPr lang="en-US" altLang="ko-KR" sz="32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2</a:t>
            </a:r>
            <a:endParaRPr lang="ko-KR" altLang="en-US" sz="32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-1297350" y="3442200"/>
            <a:ext cx="3600000" cy="64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Connection </a:t>
            </a:r>
            <a:r>
              <a:rPr lang="en-US" altLang="ko-KR" sz="32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3</a:t>
            </a:r>
            <a:endParaRPr lang="ko-KR" altLang="en-US" sz="32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784994" y="2304268"/>
            <a:ext cx="179889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SQL 실행</a:t>
            </a:r>
          </a:p>
        </p:txBody>
      </p:sp>
      <p:cxnSp>
        <p:nvCxnSpPr>
          <p:cNvPr id="10" name="직선 화살표 연결선 9"/>
          <p:cNvCxnSpPr>
            <a:stCxn id="2" idx="3"/>
            <a:endCxn id="4" idx="1"/>
          </p:cNvCxnSpPr>
          <p:nvPr/>
        </p:nvCxnSpPr>
        <p:spPr>
          <a:xfrm>
            <a:off x="2662650" y="2902200"/>
            <a:ext cx="2214525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>
            <a:stCxn id="4" idx="3"/>
            <a:endCxn id="20" idx="1"/>
          </p:cNvCxnSpPr>
          <p:nvPr/>
        </p:nvCxnSpPr>
        <p:spPr>
          <a:xfrm>
            <a:off x="7577175" y="2902200"/>
            <a:ext cx="2214525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/>
          <p:cNvSpPr/>
          <p:nvPr/>
        </p:nvSpPr>
        <p:spPr>
          <a:xfrm>
            <a:off x="3117330" y="2304268"/>
            <a:ext cx="13051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빌려줌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2887</TotalTime>
  <Words>141</Words>
  <Application>Microsoft Office PowerPoint</Application>
  <PresentationFormat>와이드스크린</PresentationFormat>
  <Paragraphs>83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166</cp:revision>
  <dcterms:created xsi:type="dcterms:W3CDTF">2026-08-04T06:26:42Z</dcterms:created>
  <dcterms:modified xsi:type="dcterms:W3CDTF">2026-09-09T00:00:48Z</dcterms:modified>
</cp:coreProperties>
</file>