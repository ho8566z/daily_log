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 varScale="1">
        <p:scale>
          <a:sx n="70" d="100"/>
          <a:sy n="70" d="100"/>
        </p:scale>
        <p:origin x="90" y="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9873983" y="1259114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Database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-506043" y="1259114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Application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873970" y="719114"/>
            <a:ext cx="4320000" cy="216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Persistence 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Context</a:t>
            </a:r>
          </a:p>
          <a:p>
            <a:pPr algn="ctr"/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</a:t>
            </a:r>
            <a:r>
              <a:rPr lang="ko-KR" altLang="en-US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영속성 컨텍스트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" name="직선 화살표 연결선 7"/>
          <p:cNvCxnSpPr>
            <a:stCxn id="13" idx="3"/>
            <a:endCxn id="14" idx="1"/>
          </p:cNvCxnSpPr>
          <p:nvPr/>
        </p:nvCxnSpPr>
        <p:spPr>
          <a:xfrm>
            <a:off x="2193957" y="1799114"/>
            <a:ext cx="1680013" cy="0"/>
          </a:xfrm>
          <a:prstGeom prst="straightConnector1">
            <a:avLst/>
          </a:prstGeom>
          <a:ln w="762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>
            <a:stCxn id="14" idx="3"/>
            <a:endCxn id="4" idx="1"/>
          </p:cNvCxnSpPr>
          <p:nvPr/>
        </p:nvCxnSpPr>
        <p:spPr>
          <a:xfrm>
            <a:off x="8193970" y="1799114"/>
            <a:ext cx="1680013" cy="0"/>
          </a:xfrm>
          <a:prstGeom prst="straightConnector1">
            <a:avLst/>
          </a:prstGeom>
          <a:ln w="762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/>
          <p:cNvSpPr/>
          <p:nvPr/>
        </p:nvSpPr>
        <p:spPr>
          <a:xfrm>
            <a:off x="4143970" y="1610436"/>
            <a:ext cx="3780000" cy="10800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1</a:t>
            </a:r>
            <a:r>
              <a:rPr lang="ko-KR" altLang="en-US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차 캐시</a:t>
            </a:r>
            <a:endParaRPr lang="en-US" altLang="ko-KR" dirty="0" smtClean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모서리가 둥근 직사각형 23"/>
          <p:cNvSpPr/>
          <p:nvPr/>
        </p:nvSpPr>
        <p:spPr>
          <a:xfrm>
            <a:off x="4278970" y="2062639"/>
            <a:ext cx="1080000" cy="54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Entity </a:t>
            </a:r>
            <a:r>
              <a:rPr lang="ko-KR" altLang="en-US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객체</a:t>
            </a:r>
            <a:r>
              <a:rPr lang="en-US" altLang="ko-KR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1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5" name="모서리가 둥근 직사각형 24"/>
          <p:cNvSpPr/>
          <p:nvPr/>
        </p:nvSpPr>
        <p:spPr>
          <a:xfrm>
            <a:off x="5493970" y="2069114"/>
            <a:ext cx="1080000" cy="54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Entity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객체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2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6" name="모서리가 둥근 직사각형 25"/>
          <p:cNvSpPr/>
          <p:nvPr/>
        </p:nvSpPr>
        <p:spPr>
          <a:xfrm>
            <a:off x="6710448" y="2062639"/>
            <a:ext cx="1080000" cy="54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Entity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객체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3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2925</TotalTime>
  <Words>147</Words>
  <Application>Microsoft Office PowerPoint</Application>
  <PresentationFormat>와이드스크린</PresentationFormat>
  <Paragraphs>84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174</cp:revision>
  <dcterms:created xsi:type="dcterms:W3CDTF">2026-08-04T06:26:42Z</dcterms:created>
  <dcterms:modified xsi:type="dcterms:W3CDTF">2026-09-16T04:48:07Z</dcterms:modified>
</cp:coreProperties>
</file>