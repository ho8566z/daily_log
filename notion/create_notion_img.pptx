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CC0000"/>
    <a:srgbClr val="ED7D31"/>
    <a:srgbClr val="FFFFFF"/>
    <a:srgbClr val="9966FF"/>
    <a:srgbClr val="5B9BD5"/>
    <a:srgbClr val="9933FF"/>
    <a:srgbClr val="6699FF"/>
    <a:srgbClr val="EB5D45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50" d="100"/>
          <a:sy n="50" d="100"/>
        </p:scale>
        <p:origin x="900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4877175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WSL 2</a:t>
            </a:r>
            <a:br>
              <a:rPr lang="en-US" altLang="ko-KR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ko-KR" altLang="en-US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윈도우의 리눅스 자리</a:t>
            </a:r>
            <a:r>
              <a:rPr lang="en-US" altLang="ko-KR" sz="2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8684437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800" dirty="0" err="1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Ububtu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실제 리눅스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-2737349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내 컴퓨터</a:t>
            </a:r>
            <a:endParaRPr lang="en-US" altLang="ko-KR" sz="28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하드웨어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sz="24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1069913" y="2362200"/>
            <a:ext cx="2700000" cy="108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윈도우</a:t>
            </a:r>
            <a:r>
              <a:rPr lang="en-US" altLang="ko-KR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/>
            </a:r>
            <a:br>
              <a:rPr lang="en-US" altLang="ko-KR" sz="28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</a:t>
            </a:r>
            <a:r>
              <a:rPr lang="ko-KR" altLang="en-US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그대로</a:t>
            </a:r>
            <a:r>
              <a:rPr lang="en-US" altLang="ko-KR" sz="24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  <a:endParaRPr lang="ko-KR" altLang="en-US" sz="28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9" name="직선 화살표 연결선 8"/>
          <p:cNvCxnSpPr>
            <a:stCxn id="13" idx="3"/>
            <a:endCxn id="14" idx="1"/>
          </p:cNvCxnSpPr>
          <p:nvPr/>
        </p:nvCxnSpPr>
        <p:spPr>
          <a:xfrm>
            <a:off x="-37349" y="2902200"/>
            <a:ext cx="1107262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>
            <a:stCxn id="14" idx="3"/>
            <a:endCxn id="4" idx="1"/>
          </p:cNvCxnSpPr>
          <p:nvPr/>
        </p:nvCxnSpPr>
        <p:spPr>
          <a:xfrm>
            <a:off x="3769913" y="2902200"/>
            <a:ext cx="1107262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>
            <a:stCxn id="4" idx="3"/>
            <a:endCxn id="20" idx="1"/>
          </p:cNvCxnSpPr>
          <p:nvPr/>
        </p:nvCxnSpPr>
        <p:spPr>
          <a:xfrm>
            <a:off x="7577175" y="2902200"/>
            <a:ext cx="1107262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2912</TotalTime>
  <Words>140</Words>
  <Application>Microsoft Office PowerPoint</Application>
  <PresentationFormat>와이드스크린</PresentationFormat>
  <Paragraphs>80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168</cp:revision>
  <dcterms:created xsi:type="dcterms:W3CDTF">2026-08-04T06:26:42Z</dcterms:created>
  <dcterms:modified xsi:type="dcterms:W3CDTF">2026-09-14T07:43:28Z</dcterms:modified>
</cp:coreProperties>
</file>