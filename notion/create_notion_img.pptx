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2" r:id="rId4"/>
    <p:sldId id="259" r:id="rId5"/>
    <p:sldId id="257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0000"/>
    <a:srgbClr val="CC0000"/>
    <a:srgbClr val="ED7D31"/>
    <a:srgbClr val="FFFFFF"/>
    <a:srgbClr val="9966FF"/>
    <a:srgbClr val="5B9BD5"/>
    <a:srgbClr val="9933FF"/>
    <a:srgbClr val="6699FF"/>
    <a:srgbClr val="EB5D45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380" autoAdjust="0"/>
    <p:restoredTop sz="94660"/>
  </p:normalViewPr>
  <p:slideViewPr>
    <p:cSldViewPr snapToGrid="0">
      <p:cViewPr>
        <p:scale>
          <a:sx n="50" d="100"/>
          <a:sy n="50" d="100"/>
        </p:scale>
        <p:origin x="1524" y="15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직사각형 75"/>
          <p:cNvSpPr/>
          <p:nvPr/>
        </p:nvSpPr>
        <p:spPr>
          <a:xfrm>
            <a:off x="6500" y="2422853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UsernamePasswordAuththenticationFilter</a:t>
            </a:r>
            <a:endParaRPr lang="ko-KR" altLang="en-US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7" name="직사각형 76"/>
          <p:cNvSpPr/>
          <p:nvPr/>
        </p:nvSpPr>
        <p:spPr>
          <a:xfrm>
            <a:off x="6500" y="3800456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AuthenticationManager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6500" y="5178059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AuthenticationProvider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6500" y="6555662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UserDetailService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86" name="직선 화살표 연결선 85"/>
          <p:cNvCxnSpPr>
            <a:stCxn id="76" idx="2"/>
            <a:endCxn id="77" idx="0"/>
          </p:cNvCxnSpPr>
          <p:nvPr/>
        </p:nvCxnSpPr>
        <p:spPr>
          <a:xfrm>
            <a:off x="3246500" y="3142853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/>
          <p:cNvCxnSpPr>
            <a:stCxn id="77" idx="2"/>
            <a:endCxn id="78" idx="0"/>
          </p:cNvCxnSpPr>
          <p:nvPr/>
        </p:nvCxnSpPr>
        <p:spPr>
          <a:xfrm>
            <a:off x="3246500" y="4520456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/>
          <p:cNvCxnSpPr>
            <a:stCxn id="78" idx="2"/>
            <a:endCxn id="80" idx="0"/>
          </p:cNvCxnSpPr>
          <p:nvPr/>
        </p:nvCxnSpPr>
        <p:spPr>
          <a:xfrm>
            <a:off x="3246500" y="5898059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직사각형 88"/>
          <p:cNvSpPr/>
          <p:nvPr/>
        </p:nvSpPr>
        <p:spPr>
          <a:xfrm>
            <a:off x="3606500" y="7933265"/>
            <a:ext cx="28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DispatcherSevlet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3468627" y="3286269"/>
            <a:ext cx="2255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 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전달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3468627" y="4663872"/>
            <a:ext cx="1588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Provider 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선택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3468627" y="6042194"/>
            <a:ext cx="1864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DB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정보 조회 지시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506712" y="7419797"/>
            <a:ext cx="13869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DB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정보 조회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4641265" y="7419797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요청 전달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/>
          <p:nvPr/>
        </p:nvSpPr>
        <p:spPr>
          <a:xfrm>
            <a:off x="6500" y="7933265"/>
            <a:ext cx="28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DB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/>
          <p:nvPr/>
        </p:nvSpPr>
        <p:spPr>
          <a:xfrm>
            <a:off x="-353500" y="1761402"/>
            <a:ext cx="7200000" cy="720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9" name="직선 화살표 연결선 118"/>
          <p:cNvCxnSpPr>
            <a:stCxn id="80" idx="2"/>
            <a:endCxn id="116" idx="0"/>
          </p:cNvCxnSpPr>
          <p:nvPr/>
        </p:nvCxnSpPr>
        <p:spPr>
          <a:xfrm flipH="1">
            <a:off x="1446500" y="7275662"/>
            <a:ext cx="180000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화살표 연결선 121"/>
          <p:cNvCxnSpPr>
            <a:stCxn id="80" idx="2"/>
            <a:endCxn id="89" idx="0"/>
          </p:cNvCxnSpPr>
          <p:nvPr/>
        </p:nvCxnSpPr>
        <p:spPr>
          <a:xfrm>
            <a:off x="3246500" y="7275662"/>
            <a:ext cx="180000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모서리가 둥근 직사각형 78"/>
          <p:cNvSpPr/>
          <p:nvPr/>
        </p:nvSpPr>
        <p:spPr>
          <a:xfrm>
            <a:off x="1896500" y="1401403"/>
            <a:ext cx="2700000" cy="540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Spring </a:t>
            </a:r>
            <a:r>
              <a:rPr lang="en-US" altLang="ko-KR" sz="2000" dirty="0" err="1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IoC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Container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직사각형 39"/>
          <p:cNvSpPr/>
          <p:nvPr/>
        </p:nvSpPr>
        <p:spPr>
          <a:xfrm>
            <a:off x="1873050" y="5601724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UsernamePasswordAuththenticationFilter</a:t>
            </a:r>
            <a:endParaRPr lang="ko-KR" altLang="en-US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1873050" y="4225559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AuthenticationManager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2" name="직사각형 41"/>
          <p:cNvSpPr/>
          <p:nvPr/>
        </p:nvSpPr>
        <p:spPr>
          <a:xfrm>
            <a:off x="1873050" y="2847956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AuthenticationProvider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4" name="직사각형 43"/>
          <p:cNvSpPr/>
          <p:nvPr/>
        </p:nvSpPr>
        <p:spPr>
          <a:xfrm>
            <a:off x="1873050" y="1470353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UserDetailService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1875150" y="6977889"/>
            <a:ext cx="6480000" cy="180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SecurityContextHolder</a:t>
            </a:r>
            <a:endParaRPr lang="en-US" altLang="ko-KR" sz="28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4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0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2568900" y="7697889"/>
            <a:ext cx="5040000" cy="72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Principal</a:t>
            </a:r>
            <a:endParaRPr lang="ko-KR" altLang="en-US" sz="3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94" name="직선 화살표 연결선 93"/>
          <p:cNvCxnSpPr>
            <a:endCxn id="42" idx="0"/>
          </p:cNvCxnSpPr>
          <p:nvPr/>
        </p:nvCxnSpPr>
        <p:spPr>
          <a:xfrm>
            <a:off x="5113050" y="2190353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/>
          <p:cNvCxnSpPr>
            <a:stCxn id="42" idx="2"/>
            <a:endCxn id="41" idx="0"/>
          </p:cNvCxnSpPr>
          <p:nvPr/>
        </p:nvCxnSpPr>
        <p:spPr>
          <a:xfrm>
            <a:off x="5113050" y="3567956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화살표 연결선 99"/>
          <p:cNvCxnSpPr>
            <a:stCxn id="41" idx="2"/>
            <a:endCxn id="40" idx="0"/>
          </p:cNvCxnSpPr>
          <p:nvPr/>
        </p:nvCxnSpPr>
        <p:spPr>
          <a:xfrm>
            <a:off x="5113050" y="4945559"/>
            <a:ext cx="0" cy="656165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103"/>
          <p:cNvCxnSpPr>
            <a:stCxn id="40" idx="2"/>
            <a:endCxn id="91" idx="0"/>
          </p:cNvCxnSpPr>
          <p:nvPr/>
        </p:nvCxnSpPr>
        <p:spPr>
          <a:xfrm>
            <a:off x="5113050" y="6321724"/>
            <a:ext cx="2100" cy="656165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직사각형 108"/>
          <p:cNvSpPr/>
          <p:nvPr/>
        </p:nvSpPr>
        <p:spPr>
          <a:xfrm>
            <a:off x="1513050" y="808902"/>
            <a:ext cx="7200000" cy="82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모서리가 둥근 직사각형 42"/>
          <p:cNvSpPr/>
          <p:nvPr/>
        </p:nvSpPr>
        <p:spPr>
          <a:xfrm>
            <a:off x="3738900" y="448903"/>
            <a:ext cx="2700000" cy="540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Spring </a:t>
            </a:r>
            <a:r>
              <a:rPr lang="en-US" altLang="ko-KR" sz="2000" dirty="0" err="1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IoC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Container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324032" y="6465140"/>
            <a:ext cx="1560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인증 결과 보관</a:t>
            </a:r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324032" y="5085935"/>
            <a:ext cx="1560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인증 결과 반환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324032" y="3708730"/>
            <a:ext cx="1560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인증 결과 반환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324032" y="2332565"/>
            <a:ext cx="1895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UserDetails</a:t>
            </a:r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반환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593399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/>
        </p:nvSpPr>
        <p:spPr>
          <a:xfrm>
            <a:off x="3923899" y="-762144"/>
            <a:ext cx="9000000" cy="180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8" name="직사각형 107"/>
          <p:cNvSpPr/>
          <p:nvPr/>
        </p:nvSpPr>
        <p:spPr>
          <a:xfrm>
            <a:off x="-353500" y="1761402"/>
            <a:ext cx="7200000" cy="720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/>
          <p:cNvSpPr/>
          <p:nvPr/>
        </p:nvSpPr>
        <p:spPr>
          <a:xfrm>
            <a:off x="7626150" y="6554224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UsernamePasswordAuththenticationFilter</a:t>
            </a:r>
            <a:endParaRPr lang="ko-KR" altLang="en-US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7626150" y="5178059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AuthenticationManager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2" name="직사각형 41"/>
          <p:cNvSpPr/>
          <p:nvPr/>
        </p:nvSpPr>
        <p:spPr>
          <a:xfrm>
            <a:off x="7626150" y="3800456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AuthenticationProvider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3" name="모서리가 둥근 직사각형 42"/>
          <p:cNvSpPr/>
          <p:nvPr/>
        </p:nvSpPr>
        <p:spPr>
          <a:xfrm>
            <a:off x="9492000" y="1401403"/>
            <a:ext cx="2700000" cy="540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Spring </a:t>
            </a:r>
            <a:r>
              <a:rPr lang="en-US" altLang="ko-KR" sz="2000" dirty="0" err="1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IoC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Container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4" name="직사각형 43"/>
          <p:cNvSpPr/>
          <p:nvPr/>
        </p:nvSpPr>
        <p:spPr>
          <a:xfrm>
            <a:off x="7626150" y="2422853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UserDetailService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6500" y="2422853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UsernamePasswordAuththenticationFilter</a:t>
            </a:r>
            <a:endParaRPr lang="ko-KR" altLang="en-US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7" name="직사각형 76"/>
          <p:cNvSpPr/>
          <p:nvPr/>
        </p:nvSpPr>
        <p:spPr>
          <a:xfrm>
            <a:off x="6500" y="3800456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AuthenticationManager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6500" y="5178059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AuthenticationProvider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9" name="모서리가 둥근 직사각형 78"/>
          <p:cNvSpPr/>
          <p:nvPr/>
        </p:nvSpPr>
        <p:spPr>
          <a:xfrm>
            <a:off x="1896500" y="1401403"/>
            <a:ext cx="2700000" cy="540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Spring </a:t>
            </a:r>
            <a:r>
              <a:rPr lang="en-US" altLang="ko-KR" sz="2000" dirty="0" err="1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IoC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Container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6500" y="6555662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UserDetailService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1" name="직사각형 80"/>
          <p:cNvSpPr/>
          <p:nvPr/>
        </p:nvSpPr>
        <p:spPr>
          <a:xfrm>
            <a:off x="-353500" y="-4900"/>
            <a:ext cx="360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Client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2" name="직사각형 81"/>
          <p:cNvSpPr/>
          <p:nvPr/>
        </p:nvSpPr>
        <p:spPr>
          <a:xfrm>
            <a:off x="4298100" y="-4900"/>
            <a:ext cx="360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DelegatingFilterProxy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3" name="직사각형 82"/>
          <p:cNvSpPr/>
          <p:nvPr/>
        </p:nvSpPr>
        <p:spPr>
          <a:xfrm>
            <a:off x="8949700" y="-4900"/>
            <a:ext cx="360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Spring </a:t>
            </a:r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IoC</a:t>
            </a:r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Container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84" name="직선 화살표 연결선 83"/>
          <p:cNvCxnSpPr>
            <a:stCxn id="81" idx="3"/>
            <a:endCxn id="82" idx="1"/>
          </p:cNvCxnSpPr>
          <p:nvPr/>
        </p:nvCxnSpPr>
        <p:spPr>
          <a:xfrm>
            <a:off x="3246500" y="355100"/>
            <a:ext cx="105160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/>
          <p:cNvCxnSpPr>
            <a:stCxn id="82" idx="3"/>
            <a:endCxn id="83" idx="1"/>
          </p:cNvCxnSpPr>
          <p:nvPr/>
        </p:nvCxnSpPr>
        <p:spPr>
          <a:xfrm>
            <a:off x="7898100" y="355100"/>
            <a:ext cx="105160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85"/>
          <p:cNvCxnSpPr>
            <a:stCxn id="76" idx="2"/>
            <a:endCxn id="77" idx="0"/>
          </p:cNvCxnSpPr>
          <p:nvPr/>
        </p:nvCxnSpPr>
        <p:spPr>
          <a:xfrm>
            <a:off x="3246500" y="3142853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/>
          <p:cNvCxnSpPr>
            <a:stCxn id="77" idx="2"/>
            <a:endCxn id="78" idx="0"/>
          </p:cNvCxnSpPr>
          <p:nvPr/>
        </p:nvCxnSpPr>
        <p:spPr>
          <a:xfrm>
            <a:off x="3246500" y="4520456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/>
          <p:cNvCxnSpPr>
            <a:stCxn id="78" idx="2"/>
            <a:endCxn id="80" idx="0"/>
          </p:cNvCxnSpPr>
          <p:nvPr/>
        </p:nvCxnSpPr>
        <p:spPr>
          <a:xfrm>
            <a:off x="3246500" y="5898059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직사각형 88"/>
          <p:cNvSpPr/>
          <p:nvPr/>
        </p:nvSpPr>
        <p:spPr>
          <a:xfrm>
            <a:off x="6500" y="7931827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DispatcherSevlet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90" name="직선 화살표 연결선 89"/>
          <p:cNvCxnSpPr>
            <a:stCxn id="80" idx="2"/>
            <a:endCxn id="89" idx="0"/>
          </p:cNvCxnSpPr>
          <p:nvPr/>
        </p:nvCxnSpPr>
        <p:spPr>
          <a:xfrm>
            <a:off x="3246500" y="7275662"/>
            <a:ext cx="0" cy="656165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직사각형 90"/>
          <p:cNvSpPr/>
          <p:nvPr/>
        </p:nvSpPr>
        <p:spPr>
          <a:xfrm>
            <a:off x="7628250" y="7930389"/>
            <a:ext cx="6480000" cy="180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SecurityContextHolder</a:t>
            </a:r>
            <a:endParaRPr lang="en-US" altLang="ko-KR" sz="28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4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0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8322000" y="8650389"/>
            <a:ext cx="5040000" cy="72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Principal</a:t>
            </a:r>
            <a:endParaRPr lang="ko-KR" altLang="en-US" sz="3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94" name="직선 화살표 연결선 93"/>
          <p:cNvCxnSpPr>
            <a:endCxn id="42" idx="0"/>
          </p:cNvCxnSpPr>
          <p:nvPr/>
        </p:nvCxnSpPr>
        <p:spPr>
          <a:xfrm>
            <a:off x="10866150" y="3142853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/>
          <p:cNvCxnSpPr>
            <a:stCxn id="42" idx="2"/>
            <a:endCxn id="41" idx="0"/>
          </p:cNvCxnSpPr>
          <p:nvPr/>
        </p:nvCxnSpPr>
        <p:spPr>
          <a:xfrm>
            <a:off x="10866150" y="4520456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화살표 연결선 99"/>
          <p:cNvCxnSpPr>
            <a:stCxn id="41" idx="2"/>
            <a:endCxn id="40" idx="0"/>
          </p:cNvCxnSpPr>
          <p:nvPr/>
        </p:nvCxnSpPr>
        <p:spPr>
          <a:xfrm>
            <a:off x="10866150" y="5898059"/>
            <a:ext cx="0" cy="656165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103"/>
          <p:cNvCxnSpPr>
            <a:stCxn id="40" idx="2"/>
            <a:endCxn id="91" idx="0"/>
          </p:cNvCxnSpPr>
          <p:nvPr/>
        </p:nvCxnSpPr>
        <p:spPr>
          <a:xfrm>
            <a:off x="10866150" y="7274224"/>
            <a:ext cx="2100" cy="656165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직사각형 108"/>
          <p:cNvSpPr/>
          <p:nvPr/>
        </p:nvSpPr>
        <p:spPr>
          <a:xfrm>
            <a:off x="7266150" y="1761402"/>
            <a:ext cx="7200000" cy="82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/>
          <p:cNvSpPr txBox="1"/>
          <p:nvPr/>
        </p:nvSpPr>
        <p:spPr>
          <a:xfrm>
            <a:off x="3469973" y="-6009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요청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121573" y="-6009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위임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4118100" y="-235572"/>
            <a:ext cx="3960000" cy="1116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모서리가 둥근 직사각형 37"/>
          <p:cNvSpPr/>
          <p:nvPr/>
        </p:nvSpPr>
        <p:spPr>
          <a:xfrm>
            <a:off x="4748100" y="-497158"/>
            <a:ext cx="1440000" cy="432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필터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lang="ko-KR" altLang="en-US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체인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9" name="모서리가 둥근 직사각형 38"/>
          <p:cNvSpPr/>
          <p:nvPr/>
        </p:nvSpPr>
        <p:spPr>
          <a:xfrm>
            <a:off x="6893899" y="-1015825"/>
            <a:ext cx="3060000" cy="432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 err="1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서블릿</a:t>
            </a:r>
            <a:r>
              <a:rPr lang="ko-KR" altLang="en-US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컨테이너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(Tomcat)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6901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2996</TotalTime>
  <Words>200</Words>
  <Application>Microsoft Office PowerPoint</Application>
  <PresentationFormat>와이드스크린</PresentationFormat>
  <Paragraphs>119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나눔스퀘어 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181</cp:revision>
  <dcterms:created xsi:type="dcterms:W3CDTF">2026-08-04T06:26:42Z</dcterms:created>
  <dcterms:modified xsi:type="dcterms:W3CDTF">2026-09-17T07:14:56Z</dcterms:modified>
</cp:coreProperties>
</file>