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FF"/>
    <a:srgbClr val="5B9BD5"/>
    <a:srgbClr val="9933FF"/>
    <a:srgbClr val="6699FF"/>
    <a:srgbClr val="FFFFFF"/>
    <a:srgbClr val="EB5D45"/>
    <a:srgbClr val="404040"/>
    <a:srgbClr val="E7E6E6"/>
    <a:srgbClr val="D0CECE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80" autoAdjust="0"/>
    <p:restoredTop sz="94660"/>
  </p:normalViewPr>
  <p:slideViewPr>
    <p:cSldViewPr snapToGrid="0">
      <p:cViewPr>
        <p:scale>
          <a:sx n="33" d="100"/>
          <a:sy n="33" d="100"/>
        </p:scale>
        <p:origin x="2646" y="10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2026-08-31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직사각형 272"/>
          <p:cNvSpPr/>
          <p:nvPr/>
        </p:nvSpPr>
        <p:spPr>
          <a:xfrm>
            <a:off x="-62172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협업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3" name="직사각형 292"/>
          <p:cNvSpPr/>
          <p:nvPr/>
        </p:nvSpPr>
        <p:spPr>
          <a:xfrm>
            <a:off x="-23818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기획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4" name="직사각형 293"/>
          <p:cNvSpPr/>
          <p:nvPr/>
        </p:nvSpPr>
        <p:spPr>
          <a:xfrm>
            <a:off x="14536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요구사항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5" name="직사각형 294"/>
          <p:cNvSpPr/>
          <p:nvPr/>
        </p:nvSpPr>
        <p:spPr>
          <a:xfrm>
            <a:off x="52890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기능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6" name="직사각형 295"/>
          <p:cNvSpPr/>
          <p:nvPr/>
        </p:nvSpPr>
        <p:spPr>
          <a:xfrm>
            <a:off x="91244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테이블</a:t>
            </a:r>
            <a:endParaRPr lang="en-US" altLang="ko-KR" sz="4000" dirty="0" smtClean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명세서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7" name="직사각형 296"/>
          <p:cNvSpPr/>
          <p:nvPr/>
        </p:nvSpPr>
        <p:spPr>
          <a:xfrm>
            <a:off x="129598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스키마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98" name="직사각형 297"/>
          <p:cNvSpPr/>
          <p:nvPr/>
        </p:nvSpPr>
        <p:spPr>
          <a:xfrm>
            <a:off x="16795200" y="761999"/>
            <a:ext cx="2880000" cy="14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40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기능 구현</a:t>
            </a:r>
            <a:endParaRPr lang="ko-KR" altLang="en-US" sz="40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cxnSp>
        <p:nvCxnSpPr>
          <p:cNvPr id="300" name="직선 화살표 연결선 299"/>
          <p:cNvCxnSpPr>
            <a:stCxn id="273" idx="3"/>
            <a:endCxn id="293" idx="1"/>
          </p:cNvCxnSpPr>
          <p:nvPr/>
        </p:nvCxnSpPr>
        <p:spPr>
          <a:xfrm>
            <a:off x="-33372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/>
          <p:cNvCxnSpPr>
            <a:stCxn id="293" idx="3"/>
            <a:endCxn id="294" idx="1"/>
          </p:cNvCxnSpPr>
          <p:nvPr/>
        </p:nvCxnSpPr>
        <p:spPr>
          <a:xfrm>
            <a:off x="4982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직선 화살표 연결선 306"/>
          <p:cNvCxnSpPr>
            <a:stCxn id="294" idx="3"/>
            <a:endCxn id="295" idx="1"/>
          </p:cNvCxnSpPr>
          <p:nvPr/>
        </p:nvCxnSpPr>
        <p:spPr>
          <a:xfrm>
            <a:off x="43336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/>
          <p:cNvCxnSpPr>
            <a:stCxn id="295" idx="3"/>
            <a:endCxn id="296" idx="1"/>
          </p:cNvCxnSpPr>
          <p:nvPr/>
        </p:nvCxnSpPr>
        <p:spPr>
          <a:xfrm>
            <a:off x="81690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직선 화살표 연결선 313"/>
          <p:cNvCxnSpPr>
            <a:stCxn id="296" idx="3"/>
            <a:endCxn id="297" idx="1"/>
          </p:cNvCxnSpPr>
          <p:nvPr/>
        </p:nvCxnSpPr>
        <p:spPr>
          <a:xfrm>
            <a:off x="120044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직선 화살표 연결선 317"/>
          <p:cNvCxnSpPr>
            <a:stCxn id="297" idx="3"/>
            <a:endCxn id="298" idx="1"/>
          </p:cNvCxnSpPr>
          <p:nvPr/>
        </p:nvCxnSpPr>
        <p:spPr>
          <a:xfrm>
            <a:off x="15839800" y="1481999"/>
            <a:ext cx="95540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/>
          <p:cNvSpPr>
            <a:spLocks noChangeAspect="1"/>
          </p:cNvSpPr>
          <p:nvPr/>
        </p:nvSpPr>
        <p:spPr>
          <a:xfrm>
            <a:off x="1187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TextBox 82"/>
          <p:cNvSpPr txBox="1"/>
          <p:nvPr/>
        </p:nvSpPr>
        <p:spPr>
          <a:xfrm>
            <a:off x="1133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6" name="직사각형 85"/>
          <p:cNvSpPr>
            <a:spLocks noChangeAspect="1"/>
          </p:cNvSpPr>
          <p:nvPr/>
        </p:nvSpPr>
        <p:spPr>
          <a:xfrm>
            <a:off x="2051772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/>
          <p:cNvSpPr txBox="1"/>
          <p:nvPr/>
        </p:nvSpPr>
        <p:spPr>
          <a:xfrm>
            <a:off x="1997543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8" name="직사각형 87"/>
          <p:cNvSpPr>
            <a:spLocks noChangeAspect="1"/>
          </p:cNvSpPr>
          <p:nvPr/>
        </p:nvSpPr>
        <p:spPr>
          <a:xfrm>
            <a:off x="2915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TextBox 88"/>
          <p:cNvSpPr txBox="1"/>
          <p:nvPr/>
        </p:nvSpPr>
        <p:spPr>
          <a:xfrm>
            <a:off x="2861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0" name="직사각형 89"/>
          <p:cNvSpPr>
            <a:spLocks noChangeAspect="1"/>
          </p:cNvSpPr>
          <p:nvPr/>
        </p:nvSpPr>
        <p:spPr>
          <a:xfrm>
            <a:off x="3779771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TextBox 90"/>
          <p:cNvSpPr txBox="1"/>
          <p:nvPr/>
        </p:nvSpPr>
        <p:spPr>
          <a:xfrm>
            <a:off x="3725542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2" name="직사각형 91"/>
          <p:cNvSpPr>
            <a:spLocks noChangeAspect="1"/>
          </p:cNvSpPr>
          <p:nvPr/>
        </p:nvSpPr>
        <p:spPr>
          <a:xfrm>
            <a:off x="4643770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TextBox 92"/>
          <p:cNvSpPr txBox="1"/>
          <p:nvPr/>
        </p:nvSpPr>
        <p:spPr>
          <a:xfrm>
            <a:off x="4589541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4" name="직사각형 93"/>
          <p:cNvSpPr>
            <a:spLocks noChangeAspect="1"/>
          </p:cNvSpPr>
          <p:nvPr/>
        </p:nvSpPr>
        <p:spPr>
          <a:xfrm>
            <a:off x="1187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TextBox 94"/>
          <p:cNvSpPr txBox="1"/>
          <p:nvPr/>
        </p:nvSpPr>
        <p:spPr>
          <a:xfrm>
            <a:off x="1133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6" name="직사각형 95"/>
          <p:cNvSpPr>
            <a:spLocks noChangeAspect="1"/>
          </p:cNvSpPr>
          <p:nvPr/>
        </p:nvSpPr>
        <p:spPr>
          <a:xfrm>
            <a:off x="2051772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/>
          <p:cNvSpPr txBox="1"/>
          <p:nvPr/>
        </p:nvSpPr>
        <p:spPr>
          <a:xfrm>
            <a:off x="1997543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98" name="직사각형 97"/>
          <p:cNvSpPr>
            <a:spLocks noChangeAspect="1"/>
          </p:cNvSpPr>
          <p:nvPr/>
        </p:nvSpPr>
        <p:spPr>
          <a:xfrm>
            <a:off x="2915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/>
          <p:cNvSpPr txBox="1"/>
          <p:nvPr/>
        </p:nvSpPr>
        <p:spPr>
          <a:xfrm>
            <a:off x="2861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0" name="직사각형 99"/>
          <p:cNvSpPr>
            <a:spLocks noChangeAspect="1"/>
          </p:cNvSpPr>
          <p:nvPr/>
        </p:nvSpPr>
        <p:spPr>
          <a:xfrm>
            <a:off x="3779771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TextBox 100"/>
          <p:cNvSpPr txBox="1"/>
          <p:nvPr/>
        </p:nvSpPr>
        <p:spPr>
          <a:xfrm>
            <a:off x="3725542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2" name="직사각형 101"/>
          <p:cNvSpPr>
            <a:spLocks noChangeAspect="1"/>
          </p:cNvSpPr>
          <p:nvPr/>
        </p:nvSpPr>
        <p:spPr>
          <a:xfrm>
            <a:off x="4643770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Box 102"/>
          <p:cNvSpPr txBox="1"/>
          <p:nvPr/>
        </p:nvSpPr>
        <p:spPr>
          <a:xfrm>
            <a:off x="4589541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4" name="직사각형 103"/>
          <p:cNvSpPr>
            <a:spLocks noChangeAspect="1"/>
          </p:cNvSpPr>
          <p:nvPr/>
        </p:nvSpPr>
        <p:spPr>
          <a:xfrm>
            <a:off x="1187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TextBox 104"/>
          <p:cNvSpPr txBox="1"/>
          <p:nvPr/>
        </p:nvSpPr>
        <p:spPr>
          <a:xfrm>
            <a:off x="1133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6" name="직사각형 105"/>
          <p:cNvSpPr>
            <a:spLocks noChangeAspect="1"/>
          </p:cNvSpPr>
          <p:nvPr/>
        </p:nvSpPr>
        <p:spPr>
          <a:xfrm>
            <a:off x="2051772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TextBox 106"/>
          <p:cNvSpPr txBox="1"/>
          <p:nvPr/>
        </p:nvSpPr>
        <p:spPr>
          <a:xfrm>
            <a:off x="1997543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직사각형 107"/>
          <p:cNvSpPr>
            <a:spLocks noChangeAspect="1"/>
          </p:cNvSpPr>
          <p:nvPr/>
        </p:nvSpPr>
        <p:spPr>
          <a:xfrm>
            <a:off x="2915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/>
          <p:cNvSpPr txBox="1"/>
          <p:nvPr/>
        </p:nvSpPr>
        <p:spPr>
          <a:xfrm>
            <a:off x="2861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0" name="직사각형 109"/>
          <p:cNvSpPr>
            <a:spLocks noChangeAspect="1"/>
          </p:cNvSpPr>
          <p:nvPr/>
        </p:nvSpPr>
        <p:spPr>
          <a:xfrm>
            <a:off x="3779771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/>
          <p:cNvSpPr txBox="1"/>
          <p:nvPr/>
        </p:nvSpPr>
        <p:spPr>
          <a:xfrm>
            <a:off x="3725542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2" name="직사각형 111"/>
          <p:cNvSpPr>
            <a:spLocks noChangeAspect="1"/>
          </p:cNvSpPr>
          <p:nvPr/>
        </p:nvSpPr>
        <p:spPr>
          <a:xfrm>
            <a:off x="4643770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TextBox 112"/>
          <p:cNvSpPr txBox="1"/>
          <p:nvPr/>
        </p:nvSpPr>
        <p:spPr>
          <a:xfrm>
            <a:off x="4589541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4" name="직사각형 113"/>
          <p:cNvSpPr>
            <a:spLocks noChangeAspect="1"/>
          </p:cNvSpPr>
          <p:nvPr/>
        </p:nvSpPr>
        <p:spPr>
          <a:xfrm>
            <a:off x="6451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TextBox 114"/>
          <p:cNvSpPr txBox="1"/>
          <p:nvPr/>
        </p:nvSpPr>
        <p:spPr>
          <a:xfrm>
            <a:off x="6396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6" name="직사각형 115"/>
          <p:cNvSpPr>
            <a:spLocks noChangeAspect="1"/>
          </p:cNvSpPr>
          <p:nvPr/>
        </p:nvSpPr>
        <p:spPr>
          <a:xfrm>
            <a:off x="7315196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7" name="TextBox 116"/>
          <p:cNvSpPr txBox="1"/>
          <p:nvPr/>
        </p:nvSpPr>
        <p:spPr>
          <a:xfrm>
            <a:off x="7260967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18" name="직사각형 117"/>
          <p:cNvSpPr>
            <a:spLocks noChangeAspect="1"/>
          </p:cNvSpPr>
          <p:nvPr/>
        </p:nvSpPr>
        <p:spPr>
          <a:xfrm>
            <a:off x="8179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TextBox 118"/>
          <p:cNvSpPr txBox="1"/>
          <p:nvPr/>
        </p:nvSpPr>
        <p:spPr>
          <a:xfrm>
            <a:off x="8124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0" name="직사각형 119"/>
          <p:cNvSpPr>
            <a:spLocks noChangeAspect="1"/>
          </p:cNvSpPr>
          <p:nvPr/>
        </p:nvSpPr>
        <p:spPr>
          <a:xfrm>
            <a:off x="9043195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TextBox 120"/>
          <p:cNvSpPr txBox="1"/>
          <p:nvPr/>
        </p:nvSpPr>
        <p:spPr>
          <a:xfrm>
            <a:off x="8988966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2" name="직사각형 121"/>
          <p:cNvSpPr>
            <a:spLocks noChangeAspect="1"/>
          </p:cNvSpPr>
          <p:nvPr/>
        </p:nvSpPr>
        <p:spPr>
          <a:xfrm>
            <a:off x="9907194" y="3636109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TextBox 122"/>
          <p:cNvSpPr txBox="1"/>
          <p:nvPr/>
        </p:nvSpPr>
        <p:spPr>
          <a:xfrm>
            <a:off x="9852965" y="3636105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4" name="직사각형 123"/>
          <p:cNvSpPr>
            <a:spLocks noChangeAspect="1"/>
          </p:cNvSpPr>
          <p:nvPr/>
        </p:nvSpPr>
        <p:spPr>
          <a:xfrm>
            <a:off x="6451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TextBox 124"/>
          <p:cNvSpPr txBox="1"/>
          <p:nvPr/>
        </p:nvSpPr>
        <p:spPr>
          <a:xfrm>
            <a:off x="6396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6" name="직사각형 125"/>
          <p:cNvSpPr>
            <a:spLocks noChangeAspect="1"/>
          </p:cNvSpPr>
          <p:nvPr/>
        </p:nvSpPr>
        <p:spPr>
          <a:xfrm>
            <a:off x="7315196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/>
          <p:cNvSpPr txBox="1"/>
          <p:nvPr/>
        </p:nvSpPr>
        <p:spPr>
          <a:xfrm>
            <a:off x="7260967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28" name="직사각형 127"/>
          <p:cNvSpPr>
            <a:spLocks noChangeAspect="1"/>
          </p:cNvSpPr>
          <p:nvPr/>
        </p:nvSpPr>
        <p:spPr>
          <a:xfrm>
            <a:off x="8179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/>
          <p:cNvSpPr txBox="1"/>
          <p:nvPr/>
        </p:nvSpPr>
        <p:spPr>
          <a:xfrm>
            <a:off x="8124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0" name="직사각형 129"/>
          <p:cNvSpPr>
            <a:spLocks noChangeAspect="1"/>
          </p:cNvSpPr>
          <p:nvPr/>
        </p:nvSpPr>
        <p:spPr>
          <a:xfrm>
            <a:off x="9043195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1" name="TextBox 130"/>
          <p:cNvSpPr txBox="1"/>
          <p:nvPr/>
        </p:nvSpPr>
        <p:spPr>
          <a:xfrm>
            <a:off x="8988966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2" name="직사각형 131"/>
          <p:cNvSpPr>
            <a:spLocks noChangeAspect="1"/>
          </p:cNvSpPr>
          <p:nvPr/>
        </p:nvSpPr>
        <p:spPr>
          <a:xfrm>
            <a:off x="9907194" y="450000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3" name="TextBox 132"/>
          <p:cNvSpPr txBox="1"/>
          <p:nvPr/>
        </p:nvSpPr>
        <p:spPr>
          <a:xfrm>
            <a:off x="9852965" y="449999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4" name="직사각형 133"/>
          <p:cNvSpPr>
            <a:spLocks noChangeAspect="1"/>
          </p:cNvSpPr>
          <p:nvPr/>
        </p:nvSpPr>
        <p:spPr>
          <a:xfrm>
            <a:off x="6451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TextBox 134"/>
          <p:cNvSpPr txBox="1"/>
          <p:nvPr/>
        </p:nvSpPr>
        <p:spPr>
          <a:xfrm>
            <a:off x="6396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6" name="직사각형 135"/>
          <p:cNvSpPr>
            <a:spLocks noChangeAspect="1"/>
          </p:cNvSpPr>
          <p:nvPr/>
        </p:nvSpPr>
        <p:spPr>
          <a:xfrm>
            <a:off x="7315196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TextBox 136"/>
          <p:cNvSpPr txBox="1"/>
          <p:nvPr/>
        </p:nvSpPr>
        <p:spPr>
          <a:xfrm>
            <a:off x="7260967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38" name="직사각형 137"/>
          <p:cNvSpPr>
            <a:spLocks noChangeAspect="1"/>
          </p:cNvSpPr>
          <p:nvPr/>
        </p:nvSpPr>
        <p:spPr>
          <a:xfrm>
            <a:off x="8179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TextBox 138"/>
          <p:cNvSpPr txBox="1"/>
          <p:nvPr/>
        </p:nvSpPr>
        <p:spPr>
          <a:xfrm>
            <a:off x="8124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0" name="직사각형 139"/>
          <p:cNvSpPr>
            <a:spLocks noChangeAspect="1"/>
          </p:cNvSpPr>
          <p:nvPr/>
        </p:nvSpPr>
        <p:spPr>
          <a:xfrm>
            <a:off x="9043195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TextBox 140"/>
          <p:cNvSpPr txBox="1"/>
          <p:nvPr/>
        </p:nvSpPr>
        <p:spPr>
          <a:xfrm>
            <a:off x="8988966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2" name="직사각형 141"/>
          <p:cNvSpPr>
            <a:spLocks noChangeAspect="1"/>
          </p:cNvSpPr>
          <p:nvPr/>
        </p:nvSpPr>
        <p:spPr>
          <a:xfrm>
            <a:off x="9907194" y="5363887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3" name="TextBox 142"/>
          <p:cNvSpPr txBox="1"/>
          <p:nvPr/>
        </p:nvSpPr>
        <p:spPr>
          <a:xfrm>
            <a:off x="9852965" y="5363883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4" name="직사각형 143"/>
          <p:cNvSpPr>
            <a:spLocks noChangeAspect="1"/>
          </p:cNvSpPr>
          <p:nvPr/>
        </p:nvSpPr>
        <p:spPr>
          <a:xfrm>
            <a:off x="1198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TextBox 144"/>
          <p:cNvSpPr txBox="1"/>
          <p:nvPr/>
        </p:nvSpPr>
        <p:spPr>
          <a:xfrm>
            <a:off x="1144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6" name="직사각형 145"/>
          <p:cNvSpPr>
            <a:spLocks noChangeAspect="1"/>
          </p:cNvSpPr>
          <p:nvPr/>
        </p:nvSpPr>
        <p:spPr>
          <a:xfrm>
            <a:off x="2062457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TextBox 146"/>
          <p:cNvSpPr txBox="1"/>
          <p:nvPr/>
        </p:nvSpPr>
        <p:spPr>
          <a:xfrm>
            <a:off x="2008228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48" name="직사각형 147"/>
          <p:cNvSpPr>
            <a:spLocks noChangeAspect="1"/>
          </p:cNvSpPr>
          <p:nvPr/>
        </p:nvSpPr>
        <p:spPr>
          <a:xfrm>
            <a:off x="2926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TextBox 148"/>
          <p:cNvSpPr txBox="1"/>
          <p:nvPr/>
        </p:nvSpPr>
        <p:spPr>
          <a:xfrm>
            <a:off x="2872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0" name="직사각형 149"/>
          <p:cNvSpPr>
            <a:spLocks noChangeAspect="1"/>
          </p:cNvSpPr>
          <p:nvPr/>
        </p:nvSpPr>
        <p:spPr>
          <a:xfrm>
            <a:off x="3790456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TextBox 150"/>
          <p:cNvSpPr txBox="1"/>
          <p:nvPr/>
        </p:nvSpPr>
        <p:spPr>
          <a:xfrm>
            <a:off x="3736227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2" name="직사각형 151"/>
          <p:cNvSpPr>
            <a:spLocks noChangeAspect="1"/>
          </p:cNvSpPr>
          <p:nvPr/>
        </p:nvSpPr>
        <p:spPr>
          <a:xfrm>
            <a:off x="4654455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TextBox 152"/>
          <p:cNvSpPr txBox="1"/>
          <p:nvPr/>
        </p:nvSpPr>
        <p:spPr>
          <a:xfrm>
            <a:off x="4600226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4" name="직사각형 153"/>
          <p:cNvSpPr>
            <a:spLocks noChangeAspect="1"/>
          </p:cNvSpPr>
          <p:nvPr/>
        </p:nvSpPr>
        <p:spPr>
          <a:xfrm>
            <a:off x="1198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5" name="TextBox 154"/>
          <p:cNvSpPr txBox="1"/>
          <p:nvPr/>
        </p:nvSpPr>
        <p:spPr>
          <a:xfrm>
            <a:off x="1144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6" name="직사각형 155"/>
          <p:cNvSpPr>
            <a:spLocks noChangeAspect="1"/>
          </p:cNvSpPr>
          <p:nvPr/>
        </p:nvSpPr>
        <p:spPr>
          <a:xfrm>
            <a:off x="2062457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7" name="TextBox 156"/>
          <p:cNvSpPr txBox="1"/>
          <p:nvPr/>
        </p:nvSpPr>
        <p:spPr>
          <a:xfrm>
            <a:off x="2008228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58" name="직사각형 157"/>
          <p:cNvSpPr>
            <a:spLocks noChangeAspect="1"/>
          </p:cNvSpPr>
          <p:nvPr/>
        </p:nvSpPr>
        <p:spPr>
          <a:xfrm>
            <a:off x="2926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TextBox 158"/>
          <p:cNvSpPr txBox="1"/>
          <p:nvPr/>
        </p:nvSpPr>
        <p:spPr>
          <a:xfrm>
            <a:off x="2872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0" name="직사각형 159"/>
          <p:cNvSpPr>
            <a:spLocks noChangeAspect="1"/>
          </p:cNvSpPr>
          <p:nvPr/>
        </p:nvSpPr>
        <p:spPr>
          <a:xfrm>
            <a:off x="3790456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1" name="TextBox 160"/>
          <p:cNvSpPr txBox="1"/>
          <p:nvPr/>
        </p:nvSpPr>
        <p:spPr>
          <a:xfrm>
            <a:off x="3736227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2" name="직사각형 161"/>
          <p:cNvSpPr>
            <a:spLocks noChangeAspect="1"/>
          </p:cNvSpPr>
          <p:nvPr/>
        </p:nvSpPr>
        <p:spPr>
          <a:xfrm>
            <a:off x="4654455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TextBox 162"/>
          <p:cNvSpPr txBox="1"/>
          <p:nvPr/>
        </p:nvSpPr>
        <p:spPr>
          <a:xfrm>
            <a:off x="4600226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4" name="직사각형 163"/>
          <p:cNvSpPr>
            <a:spLocks noChangeAspect="1"/>
          </p:cNvSpPr>
          <p:nvPr/>
        </p:nvSpPr>
        <p:spPr>
          <a:xfrm>
            <a:off x="1198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/>
          <p:cNvSpPr txBox="1"/>
          <p:nvPr/>
        </p:nvSpPr>
        <p:spPr>
          <a:xfrm>
            <a:off x="1144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6" name="직사각형 165"/>
          <p:cNvSpPr>
            <a:spLocks noChangeAspect="1"/>
          </p:cNvSpPr>
          <p:nvPr/>
        </p:nvSpPr>
        <p:spPr>
          <a:xfrm>
            <a:off x="2062457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TextBox 166"/>
          <p:cNvSpPr txBox="1"/>
          <p:nvPr/>
        </p:nvSpPr>
        <p:spPr>
          <a:xfrm>
            <a:off x="2008228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68" name="직사각형 167"/>
          <p:cNvSpPr>
            <a:spLocks noChangeAspect="1"/>
          </p:cNvSpPr>
          <p:nvPr/>
        </p:nvSpPr>
        <p:spPr>
          <a:xfrm>
            <a:off x="2926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/>
          <p:cNvSpPr txBox="1"/>
          <p:nvPr/>
        </p:nvSpPr>
        <p:spPr>
          <a:xfrm>
            <a:off x="2872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0" name="직사각형 169"/>
          <p:cNvSpPr>
            <a:spLocks noChangeAspect="1"/>
          </p:cNvSpPr>
          <p:nvPr/>
        </p:nvSpPr>
        <p:spPr>
          <a:xfrm>
            <a:off x="3790456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/>
          <p:cNvSpPr txBox="1"/>
          <p:nvPr/>
        </p:nvSpPr>
        <p:spPr>
          <a:xfrm>
            <a:off x="3736227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2" name="직사각형 171"/>
          <p:cNvSpPr>
            <a:spLocks noChangeAspect="1"/>
          </p:cNvSpPr>
          <p:nvPr/>
        </p:nvSpPr>
        <p:spPr>
          <a:xfrm>
            <a:off x="4654455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3" name="TextBox 172"/>
          <p:cNvSpPr txBox="1"/>
          <p:nvPr/>
        </p:nvSpPr>
        <p:spPr>
          <a:xfrm>
            <a:off x="4600226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65635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4" name="직사각형 173"/>
          <p:cNvSpPr>
            <a:spLocks noChangeAspect="1"/>
          </p:cNvSpPr>
          <p:nvPr/>
        </p:nvSpPr>
        <p:spPr>
          <a:xfrm>
            <a:off x="6461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/>
          <p:cNvSpPr txBox="1"/>
          <p:nvPr/>
        </p:nvSpPr>
        <p:spPr>
          <a:xfrm>
            <a:off x="6407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6" name="직사각형 175"/>
          <p:cNvSpPr>
            <a:spLocks noChangeAspect="1"/>
          </p:cNvSpPr>
          <p:nvPr/>
        </p:nvSpPr>
        <p:spPr>
          <a:xfrm>
            <a:off x="7325881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TextBox 176"/>
          <p:cNvSpPr txBox="1"/>
          <p:nvPr/>
        </p:nvSpPr>
        <p:spPr>
          <a:xfrm>
            <a:off x="7271652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78" name="직사각형 177"/>
          <p:cNvSpPr>
            <a:spLocks noChangeAspect="1"/>
          </p:cNvSpPr>
          <p:nvPr/>
        </p:nvSpPr>
        <p:spPr>
          <a:xfrm>
            <a:off x="8189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TextBox 178"/>
          <p:cNvSpPr txBox="1"/>
          <p:nvPr/>
        </p:nvSpPr>
        <p:spPr>
          <a:xfrm>
            <a:off x="8135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0" name="직사각형 179"/>
          <p:cNvSpPr>
            <a:spLocks noChangeAspect="1"/>
          </p:cNvSpPr>
          <p:nvPr/>
        </p:nvSpPr>
        <p:spPr>
          <a:xfrm>
            <a:off x="9053880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TextBox 180"/>
          <p:cNvSpPr txBox="1"/>
          <p:nvPr/>
        </p:nvSpPr>
        <p:spPr>
          <a:xfrm>
            <a:off x="8999651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2" name="직사각형 181"/>
          <p:cNvSpPr>
            <a:spLocks noChangeAspect="1"/>
          </p:cNvSpPr>
          <p:nvPr/>
        </p:nvSpPr>
        <p:spPr>
          <a:xfrm>
            <a:off x="9917879" y="688372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3" name="TextBox 182"/>
          <p:cNvSpPr txBox="1"/>
          <p:nvPr/>
        </p:nvSpPr>
        <p:spPr>
          <a:xfrm>
            <a:off x="9863650" y="688368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5615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4" name="직사각형 183"/>
          <p:cNvSpPr>
            <a:spLocks noChangeAspect="1"/>
          </p:cNvSpPr>
          <p:nvPr/>
        </p:nvSpPr>
        <p:spPr>
          <a:xfrm>
            <a:off x="6461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5" name="TextBox 184"/>
          <p:cNvSpPr txBox="1"/>
          <p:nvPr/>
        </p:nvSpPr>
        <p:spPr>
          <a:xfrm>
            <a:off x="6407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6" name="직사각형 185"/>
          <p:cNvSpPr>
            <a:spLocks noChangeAspect="1"/>
          </p:cNvSpPr>
          <p:nvPr/>
        </p:nvSpPr>
        <p:spPr>
          <a:xfrm>
            <a:off x="7325881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7" name="TextBox 186"/>
          <p:cNvSpPr txBox="1"/>
          <p:nvPr/>
        </p:nvSpPr>
        <p:spPr>
          <a:xfrm>
            <a:off x="7271652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88" name="직사각형 187"/>
          <p:cNvSpPr>
            <a:spLocks noChangeAspect="1"/>
          </p:cNvSpPr>
          <p:nvPr/>
        </p:nvSpPr>
        <p:spPr>
          <a:xfrm>
            <a:off x="8189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9" name="TextBox 188"/>
          <p:cNvSpPr txBox="1"/>
          <p:nvPr/>
        </p:nvSpPr>
        <p:spPr>
          <a:xfrm>
            <a:off x="8135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0" name="직사각형 189"/>
          <p:cNvSpPr>
            <a:spLocks noChangeAspect="1"/>
          </p:cNvSpPr>
          <p:nvPr/>
        </p:nvSpPr>
        <p:spPr>
          <a:xfrm>
            <a:off x="9053880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1" name="TextBox 190"/>
          <p:cNvSpPr txBox="1"/>
          <p:nvPr/>
        </p:nvSpPr>
        <p:spPr>
          <a:xfrm>
            <a:off x="8999651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2" name="직사각형 191"/>
          <p:cNvSpPr>
            <a:spLocks noChangeAspect="1"/>
          </p:cNvSpPr>
          <p:nvPr/>
        </p:nvSpPr>
        <p:spPr>
          <a:xfrm>
            <a:off x="9917879" y="1552263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3" name="TextBox 192"/>
          <p:cNvSpPr txBox="1"/>
          <p:nvPr/>
        </p:nvSpPr>
        <p:spPr>
          <a:xfrm>
            <a:off x="9863650" y="1552259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5625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4" name="직사각형 193"/>
          <p:cNvSpPr>
            <a:spLocks noChangeAspect="1"/>
          </p:cNvSpPr>
          <p:nvPr/>
        </p:nvSpPr>
        <p:spPr>
          <a:xfrm>
            <a:off x="6461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/>
          <p:cNvSpPr txBox="1"/>
          <p:nvPr/>
        </p:nvSpPr>
        <p:spPr>
          <a:xfrm>
            <a:off x="6407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6" name="직사각형 195"/>
          <p:cNvSpPr>
            <a:spLocks noChangeAspect="1"/>
          </p:cNvSpPr>
          <p:nvPr/>
        </p:nvSpPr>
        <p:spPr>
          <a:xfrm>
            <a:off x="7325881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7" name="TextBox 196"/>
          <p:cNvSpPr txBox="1"/>
          <p:nvPr/>
        </p:nvSpPr>
        <p:spPr>
          <a:xfrm>
            <a:off x="7271652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98" name="직사각형 197"/>
          <p:cNvSpPr>
            <a:spLocks noChangeAspect="1"/>
          </p:cNvSpPr>
          <p:nvPr/>
        </p:nvSpPr>
        <p:spPr>
          <a:xfrm>
            <a:off x="8189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TextBox 198"/>
          <p:cNvSpPr txBox="1"/>
          <p:nvPr/>
        </p:nvSpPr>
        <p:spPr>
          <a:xfrm>
            <a:off x="8135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5633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0" name="직사각형 199"/>
          <p:cNvSpPr>
            <a:spLocks noChangeAspect="1"/>
          </p:cNvSpPr>
          <p:nvPr/>
        </p:nvSpPr>
        <p:spPr>
          <a:xfrm>
            <a:off x="9053880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1" name="TextBox 200"/>
          <p:cNvSpPr txBox="1"/>
          <p:nvPr/>
        </p:nvSpPr>
        <p:spPr>
          <a:xfrm>
            <a:off x="8999651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5634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2" name="직사각형 201"/>
          <p:cNvSpPr>
            <a:spLocks noChangeAspect="1"/>
          </p:cNvSpPr>
          <p:nvPr/>
        </p:nvSpPr>
        <p:spPr>
          <a:xfrm>
            <a:off x="9917879" y="2416150"/>
            <a:ext cx="864000" cy="86389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3" name="TextBox 202"/>
          <p:cNvSpPr txBox="1"/>
          <p:nvPr/>
        </p:nvSpPr>
        <p:spPr>
          <a:xfrm>
            <a:off x="9863650" y="2416146"/>
            <a:ext cx="9724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7</a:t>
            </a:r>
            <a:r>
              <a:rPr lang="en-US" altLang="ko-KR" sz="1600" dirty="0" smtClean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5635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204" name="직사각형 203"/>
          <p:cNvSpPr/>
          <p:nvPr/>
        </p:nvSpPr>
        <p:spPr>
          <a:xfrm>
            <a:off x="3934455" y="1026918"/>
            <a:ext cx="576000" cy="432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10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18030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그룹 59"/>
          <p:cNvGrpSpPr/>
          <p:nvPr/>
        </p:nvGrpSpPr>
        <p:grpSpPr>
          <a:xfrm>
            <a:off x="-956311" y="-477208"/>
            <a:ext cx="16977739" cy="4430690"/>
            <a:chOff x="-956311" y="-477208"/>
            <a:chExt cx="16977739" cy="4430690"/>
          </a:xfrm>
        </p:grpSpPr>
        <p:sp>
          <p:nvSpPr>
            <p:cNvPr id="63" name="TextBox 62"/>
            <p:cNvSpPr txBox="1"/>
            <p:nvPr/>
          </p:nvSpPr>
          <p:spPr>
            <a:xfrm>
              <a:off x="253304" y="2047038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4.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할당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-956311" y="893482"/>
              <a:ext cx="5400000" cy="90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result =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car.goForward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(30, 2);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69" name="모서리가 둥근 직사각형 68"/>
            <p:cNvSpPr/>
            <p:nvPr/>
          </p:nvSpPr>
          <p:spPr>
            <a:xfrm>
              <a:off x="7381428" y="893482"/>
              <a:ext cx="8640000" cy="3060000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// 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전진 기능</a:t>
              </a:r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public double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goForward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speed,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int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hour) {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</a:t>
              </a:r>
              <a:r>
                <a:rPr lang="en-US" altLang="ko-KR" sz="2000" dirty="0" err="1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System.out.println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(speed + “km/h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로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 + hour + “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시간 동안 전진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”);</a:t>
              </a:r>
            </a:p>
            <a:p>
              <a:endParaRPr lang="en-US" altLang="ko-KR" sz="2000" dirty="0" smtClean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double</a:t>
              </a:r>
              <a:r>
                <a:rPr lang="ko-KR" altLang="en-US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</a:t>
              </a:r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distance = speed * hour;</a:t>
              </a:r>
            </a:p>
            <a:p>
              <a:endParaRPr lang="en-US" altLang="ko-KR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    return distance;</a:t>
              </a:r>
            </a:p>
            <a:p>
              <a:r>
                <a:rPr lang="en-US" altLang="ko-KR" sz="2000" dirty="0" smtClean="0">
                  <a:solidFill>
                    <a:schemeClr val="tx1"/>
                  </a:solidFill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    }</a:t>
              </a:r>
              <a:endParaRPr lang="ko-KR" altLang="en-US" sz="2000" dirty="0">
                <a:solidFill>
                  <a:schemeClr val="tx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54" name="원호 53"/>
            <p:cNvSpPr/>
            <p:nvPr/>
          </p:nvSpPr>
          <p:spPr>
            <a:xfrm rot="8425555">
              <a:off x="714198" y="1077027"/>
              <a:ext cx="900000" cy="900000"/>
            </a:xfrm>
            <a:prstGeom prst="arc">
              <a:avLst>
                <a:gd name="adj1" fmla="val 13530061"/>
                <a:gd name="adj2" fmla="val 187041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원호 102"/>
            <p:cNvSpPr/>
            <p:nvPr/>
          </p:nvSpPr>
          <p:spPr>
            <a:xfrm rot="5696533">
              <a:off x="3581734" y="-2596670"/>
              <a:ext cx="2741380" cy="6980304"/>
            </a:xfrm>
            <a:prstGeom prst="arc">
              <a:avLst>
                <a:gd name="adj1" fmla="val 17174190"/>
                <a:gd name="adj2" fmla="val 4159039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4" name="원호 103"/>
            <p:cNvSpPr/>
            <p:nvPr/>
          </p:nvSpPr>
          <p:spPr>
            <a:xfrm rot="6264436">
              <a:off x="3629377" y="-1735580"/>
              <a:ext cx="3054061" cy="6980304"/>
            </a:xfrm>
            <a:prstGeom prst="arc">
              <a:avLst>
                <a:gd name="adj1" fmla="val 17096554"/>
                <a:gd name="adj2" fmla="val 4395978"/>
              </a:avLst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6" name="직선 화살표 연결선 55"/>
            <p:cNvCxnSpPr/>
            <p:nvPr/>
          </p:nvCxnSpPr>
          <p:spPr>
            <a:xfrm>
              <a:off x="7898860" y="1983757"/>
              <a:ext cx="0" cy="1152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이등변 삼각형 56"/>
            <p:cNvSpPr/>
            <p:nvPr/>
          </p:nvSpPr>
          <p:spPr>
            <a:xfrm>
              <a:off x="599319" y="1462286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이등변 삼각형 108"/>
            <p:cNvSpPr/>
            <p:nvPr/>
          </p:nvSpPr>
          <p:spPr>
            <a:xfrm rot="18731416">
              <a:off x="1921304" y="1697677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이등변 삼각형 110"/>
            <p:cNvSpPr/>
            <p:nvPr/>
          </p:nvSpPr>
          <p:spPr>
            <a:xfrm rot="2868584" flipH="1">
              <a:off x="7521197" y="1791712"/>
              <a:ext cx="335641" cy="2305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이등변 삼각형 111"/>
            <p:cNvSpPr/>
            <p:nvPr/>
          </p:nvSpPr>
          <p:spPr>
            <a:xfrm flipV="1">
              <a:off x="7743217" y="2922004"/>
              <a:ext cx="311285" cy="28800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4509159" y="1846983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1.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호출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5" name="TextBox 114"/>
            <p:cNvSpPr txBox="1"/>
            <p:nvPr/>
          </p:nvSpPr>
          <p:spPr>
            <a:xfrm>
              <a:off x="6217404" y="247096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2.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메서드 실행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  <p:sp>
          <p:nvSpPr>
            <p:cNvPr id="116" name="TextBox 115"/>
            <p:cNvSpPr txBox="1"/>
            <p:nvPr/>
          </p:nvSpPr>
          <p:spPr>
            <a:xfrm>
              <a:off x="4298641" y="3460399"/>
              <a:ext cx="171553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3. </a:t>
              </a:r>
              <a:r>
                <a:rPr lang="ko-KR" altLang="en-US" sz="2000" dirty="0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데이터 반환</a:t>
              </a:r>
              <a:endParaRPr lang="ko-KR" altLang="en-US" sz="20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0415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2747</TotalTime>
  <Words>138</Words>
  <Application>Microsoft Office PowerPoint</Application>
  <PresentationFormat>와이드스크린</PresentationFormat>
  <Paragraphs>84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나눔스퀘어 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148</cp:revision>
  <dcterms:created xsi:type="dcterms:W3CDTF">2026-08-04T06:26:42Z</dcterms:created>
  <dcterms:modified xsi:type="dcterms:W3CDTF">2026-08-30T23:46:12Z</dcterms:modified>
</cp:coreProperties>
</file>