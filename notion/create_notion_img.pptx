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2" r:id="rId4"/>
    <p:sldId id="261" r:id="rId5"/>
    <p:sldId id="256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CC0000"/>
    <a:srgbClr val="ED7D31"/>
    <a:srgbClr val="FFFFFF"/>
    <a:srgbClr val="9966FF"/>
    <a:srgbClr val="5B9BD5"/>
    <a:srgbClr val="9933FF"/>
    <a:srgbClr val="6699FF"/>
    <a:srgbClr val="EB5D45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0" autoAdjust="0"/>
    <p:restoredTop sz="94660"/>
  </p:normalViewPr>
  <p:slideViewPr>
    <p:cSldViewPr snapToGrid="0">
      <p:cViewPr>
        <p:scale>
          <a:sx n="33" d="100"/>
          <a:sy n="33" d="100"/>
        </p:scale>
        <p:origin x="3972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35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6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61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01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0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49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9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66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42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25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3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7CE1A-8831-48B5-BA93-72483C6E3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8C8D0-09E8-4B71-9AE7-720221908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20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013264"/>
              </p:ext>
            </p:extLst>
          </p:nvPr>
        </p:nvGraphicFramePr>
        <p:xfrm>
          <a:off x="885825" y="2070100"/>
          <a:ext cx="10420350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워크시트" r:id="rId3" imgW="10420502" imgH="2714558" progId="Excel.Sheet.12">
                  <p:embed/>
                </p:oleObj>
              </mc:Choice>
              <mc:Fallback>
                <p:oleObj name="워크시트" r:id="rId3" imgW="10420502" imgH="27145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825" y="2070100"/>
                        <a:ext cx="10420350" cy="2714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433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-1181100" y="-1293777"/>
            <a:ext cx="15072000" cy="3749901"/>
            <a:chOff x="0" y="916023"/>
            <a:chExt cx="15072000" cy="3749901"/>
          </a:xfrm>
        </p:grpSpPr>
        <p:sp>
          <p:nvSpPr>
            <p:cNvPr id="31" name="직사각형 30"/>
            <p:cNvSpPr/>
            <p:nvPr/>
          </p:nvSpPr>
          <p:spPr>
            <a:xfrm>
              <a:off x="0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application.properties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9312000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</a:t>
              </a:r>
              <a:r>
                <a:rPr lang="en-US" altLang="ko-KR" sz="32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pplication-</a:t>
              </a:r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local.properties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" name="덧셈 기호 1"/>
            <p:cNvSpPr/>
            <p:nvPr/>
          </p:nvSpPr>
          <p:spPr>
            <a:xfrm>
              <a:off x="6912619" y="3225924"/>
              <a:ext cx="1440000" cy="1440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669112" y="973395"/>
              <a:ext cx="99270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</a:t>
              </a:r>
              <a:r>
                <a:rPr lang="en-US" altLang="ko-KR" sz="6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pring.profiles.active</a:t>
              </a:r>
              <a:r>
                <a:rPr lang="en-US" altLang="ko-KR" sz="6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=local</a:t>
              </a:r>
              <a:endParaRPr lang="ko-KR" altLang="en-US" sz="6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" name="액자 3"/>
            <p:cNvSpPr/>
            <p:nvPr/>
          </p:nvSpPr>
          <p:spPr>
            <a:xfrm>
              <a:off x="11640456" y="3592971"/>
              <a:ext cx="1248228" cy="70590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6" name="직선 화살표 연결선 5"/>
            <p:cNvCxnSpPr>
              <a:stCxn id="12" idx="2"/>
              <a:endCxn id="4" idx="0"/>
            </p:cNvCxnSpPr>
            <p:nvPr/>
          </p:nvCxnSpPr>
          <p:spPr>
            <a:xfrm>
              <a:off x="11606662" y="1989058"/>
              <a:ext cx="657908" cy="160391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액자 11"/>
            <p:cNvSpPr/>
            <p:nvPr/>
          </p:nvSpPr>
          <p:spPr>
            <a:xfrm>
              <a:off x="10617199" y="916023"/>
              <a:ext cx="1978926" cy="107303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-1181100" y="2823171"/>
            <a:ext cx="15072000" cy="3749901"/>
            <a:chOff x="0" y="916023"/>
            <a:chExt cx="15072000" cy="3749901"/>
          </a:xfrm>
        </p:grpSpPr>
        <p:sp>
          <p:nvSpPr>
            <p:cNvPr id="17" name="직사각형 16"/>
            <p:cNvSpPr/>
            <p:nvPr/>
          </p:nvSpPr>
          <p:spPr>
            <a:xfrm>
              <a:off x="0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application.properties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9312000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</a:t>
              </a:r>
              <a:r>
                <a:rPr lang="en-US" altLang="ko-KR" sz="32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pplication-</a:t>
              </a:r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dev.properties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덧셈 기호 18"/>
            <p:cNvSpPr/>
            <p:nvPr/>
          </p:nvSpPr>
          <p:spPr>
            <a:xfrm>
              <a:off x="6912619" y="3225924"/>
              <a:ext cx="1440000" cy="1440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69112" y="973395"/>
              <a:ext cx="956473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spring.profiles.active</a:t>
              </a:r>
              <a:r>
                <a:rPr lang="en-US" altLang="ko-KR" sz="6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=dev</a:t>
              </a:r>
              <a:endParaRPr lang="ko-KR" altLang="en-US" sz="6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1" name="액자 20"/>
            <p:cNvSpPr/>
            <p:nvPr/>
          </p:nvSpPr>
          <p:spPr>
            <a:xfrm>
              <a:off x="11742058" y="3592971"/>
              <a:ext cx="1074055" cy="70590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직선 화살표 연결선 21"/>
            <p:cNvCxnSpPr>
              <a:stCxn id="23" idx="2"/>
              <a:endCxn id="21" idx="0"/>
            </p:cNvCxnSpPr>
            <p:nvPr/>
          </p:nvCxnSpPr>
          <p:spPr>
            <a:xfrm>
              <a:off x="11425523" y="1989058"/>
              <a:ext cx="853563" cy="160391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액자 22"/>
            <p:cNvSpPr/>
            <p:nvPr/>
          </p:nvSpPr>
          <p:spPr>
            <a:xfrm>
              <a:off x="10617199" y="916023"/>
              <a:ext cx="1616647" cy="107303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-1181100" y="6940119"/>
            <a:ext cx="15077343" cy="3749901"/>
            <a:chOff x="0" y="916023"/>
            <a:chExt cx="15077343" cy="3749901"/>
          </a:xfrm>
        </p:grpSpPr>
        <p:sp>
          <p:nvSpPr>
            <p:cNvPr id="25" name="직사각형 24"/>
            <p:cNvSpPr/>
            <p:nvPr/>
          </p:nvSpPr>
          <p:spPr>
            <a:xfrm>
              <a:off x="0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application.properties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317343" y="3225924"/>
              <a:ext cx="576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</a:t>
              </a:r>
              <a:r>
                <a:rPr lang="en-US" altLang="ko-KR" sz="32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pplication-</a:t>
              </a:r>
              <a:r>
                <a:rPr lang="en-US" altLang="ko-KR" sz="32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prod.properties</a:t>
              </a:r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7" name="덧셈 기호 26"/>
            <p:cNvSpPr/>
            <p:nvPr/>
          </p:nvSpPr>
          <p:spPr>
            <a:xfrm>
              <a:off x="6912619" y="3225924"/>
              <a:ext cx="1440000" cy="1440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69112" y="973395"/>
              <a:ext cx="995836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spring.profiles.active</a:t>
              </a:r>
              <a:r>
                <a:rPr lang="en-US" altLang="ko-KR" sz="6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=prod</a:t>
              </a:r>
              <a:endParaRPr lang="ko-KR" altLang="en-US" sz="6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9" name="액자 28"/>
            <p:cNvSpPr/>
            <p:nvPr/>
          </p:nvSpPr>
          <p:spPr>
            <a:xfrm>
              <a:off x="11683998" y="3592971"/>
              <a:ext cx="1161144" cy="70590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30" name="직선 화살표 연결선 29"/>
            <p:cNvCxnSpPr>
              <a:stCxn id="32" idx="2"/>
              <a:endCxn id="29" idx="0"/>
            </p:cNvCxnSpPr>
            <p:nvPr/>
          </p:nvCxnSpPr>
          <p:spPr>
            <a:xfrm>
              <a:off x="11606662" y="1989058"/>
              <a:ext cx="657908" cy="160391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액자 31"/>
            <p:cNvSpPr/>
            <p:nvPr/>
          </p:nvSpPr>
          <p:spPr>
            <a:xfrm>
              <a:off x="10617199" y="916023"/>
              <a:ext cx="1978926" cy="1073035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0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0" y="0"/>
            <a:ext cx="12443142" cy="5514214"/>
            <a:chOff x="0" y="0"/>
            <a:chExt cx="12443142" cy="5514214"/>
          </a:xfrm>
        </p:grpSpPr>
        <p:sp>
          <p:nvSpPr>
            <p:cNvPr id="2" name="직사각형 1"/>
            <p:cNvSpPr/>
            <p:nvPr/>
          </p:nvSpPr>
          <p:spPr>
            <a:xfrm>
              <a:off x="0" y="2217107"/>
              <a:ext cx="288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PC(Local)</a:t>
              </a:r>
            </a:p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JDK, </a:t>
              </a:r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4656000" y="2217107"/>
              <a:ext cx="288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Dev(Stage) Server</a:t>
              </a:r>
            </a:p>
            <a:p>
              <a:pPr algn="ctr"/>
              <a:r>
                <a:rPr lang="en-US" altLang="ko-KR" sz="2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Gradle</a:t>
              </a:r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JDK, </a:t>
              </a:r>
              <a:r>
                <a:rPr lang="en-US" altLang="ko-KR" sz="2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</a:t>
              </a:r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Build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9492000" y="4434214"/>
              <a:ext cx="252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Product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9312000" y="2217107"/>
              <a:ext cx="288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Product Server</a:t>
              </a:r>
            </a:p>
            <a:p>
              <a:pPr algn="ctr"/>
              <a:r>
                <a:rPr lang="en-US" altLang="ko-KR" sz="2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Gradle</a:t>
              </a:r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JDK, </a:t>
              </a:r>
              <a:r>
                <a:rPr lang="en-US" altLang="ko-KR" sz="20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</a:t>
              </a:r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Build</a:t>
              </a:r>
              <a:endParaRPr lang="ko-KR" altLang="en-US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760972" y="4434214"/>
              <a:ext cx="252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Dev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23" name="꺾인 연결선 22"/>
            <p:cNvCxnSpPr>
              <a:stCxn id="4" idx="3"/>
              <a:endCxn id="13" idx="1"/>
            </p:cNvCxnSpPr>
            <p:nvPr/>
          </p:nvCxnSpPr>
          <p:spPr>
            <a:xfrm flipH="1" flipV="1">
              <a:off x="7163999" y="540000"/>
              <a:ext cx="372001" cy="2397107"/>
            </a:xfrm>
            <a:prstGeom prst="bentConnector5">
              <a:avLst>
                <a:gd name="adj1" fmla="val -142264"/>
                <a:gd name="adj2" fmla="val 53755"/>
                <a:gd name="adj3" fmla="val 238896"/>
              </a:avLst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직사각형 2"/>
            <p:cNvSpPr/>
            <p:nvPr/>
          </p:nvSpPr>
          <p:spPr>
            <a:xfrm>
              <a:off x="2507999" y="0"/>
              <a:ext cx="252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GitHub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163999" y="0"/>
              <a:ext cx="252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DockerHub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80000" y="4434214"/>
              <a:ext cx="252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804000" y="1378553"/>
              <a:ext cx="2160000" cy="5400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Docker Image(Jar)</a:t>
              </a:r>
              <a:endPara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32" name="꺾인 연결선 31"/>
            <p:cNvCxnSpPr>
              <a:stCxn id="13" idx="3"/>
              <a:endCxn id="6" idx="0"/>
            </p:cNvCxnSpPr>
            <p:nvPr/>
          </p:nvCxnSpPr>
          <p:spPr>
            <a:xfrm>
              <a:off x="9683999" y="540000"/>
              <a:ext cx="1068001" cy="1677107"/>
            </a:xfrm>
            <a:prstGeom prst="bentConnector2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꺾인 연결선 34"/>
            <p:cNvCxnSpPr>
              <a:stCxn id="2" idx="0"/>
              <a:endCxn id="3" idx="1"/>
            </p:cNvCxnSpPr>
            <p:nvPr/>
          </p:nvCxnSpPr>
          <p:spPr>
            <a:xfrm rot="5400000" flipH="1" flipV="1">
              <a:off x="1135446" y="844555"/>
              <a:ext cx="1677107" cy="1067999"/>
            </a:xfrm>
            <a:prstGeom prst="bentConnector2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" idx="3"/>
              <a:endCxn id="4" idx="0"/>
            </p:cNvCxnSpPr>
            <p:nvPr/>
          </p:nvCxnSpPr>
          <p:spPr>
            <a:xfrm>
              <a:off x="5027999" y="540000"/>
              <a:ext cx="1068001" cy="1677107"/>
            </a:xfrm>
            <a:prstGeom prst="bentConnector2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/>
            <p:cNvSpPr/>
            <p:nvPr/>
          </p:nvSpPr>
          <p:spPr>
            <a:xfrm>
              <a:off x="4365714" y="1832065"/>
              <a:ext cx="1440000" cy="72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Ngnix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003142" y="1831043"/>
              <a:ext cx="1440000" cy="72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Ngnix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0055998" y="182490"/>
              <a:ext cx="1440000" cy="72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DNS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8" name="직선 화살표 연결선 7"/>
            <p:cNvCxnSpPr>
              <a:stCxn id="25" idx="0"/>
            </p:cNvCxnSpPr>
            <p:nvPr/>
          </p:nvCxnSpPr>
          <p:spPr>
            <a:xfrm flipV="1">
              <a:off x="1440000" y="3940295"/>
              <a:ext cx="0" cy="493919"/>
            </a:xfrm>
            <a:prstGeom prst="straightConnector1">
              <a:avLst/>
            </a:prstGeom>
            <a:ln w="7620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/>
            <p:cNvSpPr/>
            <p:nvPr/>
          </p:nvSpPr>
          <p:spPr>
            <a:xfrm>
              <a:off x="152400" y="2369507"/>
              <a:ext cx="288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PC(Local)</a:t>
              </a:r>
            </a:p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JDK, </a:t>
              </a:r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04800" y="2521907"/>
              <a:ext cx="2880000" cy="14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PC(Local)</a:t>
              </a:r>
            </a:p>
            <a:p>
              <a:pPr algn="ctr"/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JDK, </a:t>
              </a:r>
              <a:r>
                <a:rPr lang="en-US" altLang="ko-KR" sz="2400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Git</a:t>
              </a:r>
              <a:r>
                <a:rPr lang="en-US" altLang="ko-KR" sz="24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MySQL</a:t>
              </a:r>
              <a:endPara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33" name="직선 화살표 연결선 32"/>
            <p:cNvCxnSpPr>
              <a:stCxn id="11" idx="0"/>
              <a:endCxn id="26" idx="0"/>
            </p:cNvCxnSpPr>
            <p:nvPr/>
          </p:nvCxnSpPr>
          <p:spPr>
            <a:xfrm flipV="1">
              <a:off x="6020972" y="3676328"/>
              <a:ext cx="1" cy="757886"/>
            </a:xfrm>
            <a:prstGeom prst="straightConnector1">
              <a:avLst/>
            </a:prstGeom>
            <a:ln w="7620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021340" y="3676328"/>
              <a:ext cx="1999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개발팀 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-&gt; QA(QM)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36" name="직선 화살표 연결선 35"/>
            <p:cNvCxnSpPr>
              <a:stCxn id="5" idx="0"/>
              <a:endCxn id="6" idx="2"/>
            </p:cNvCxnSpPr>
            <p:nvPr/>
          </p:nvCxnSpPr>
          <p:spPr>
            <a:xfrm flipV="1">
              <a:off x="10752000" y="3657107"/>
              <a:ext cx="0" cy="777107"/>
            </a:xfrm>
            <a:prstGeom prst="straightConnector1">
              <a:avLst/>
            </a:prstGeom>
            <a:ln w="76200">
              <a:solidFill>
                <a:schemeClr val="accent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/>
            <p:cNvSpPr/>
            <p:nvPr/>
          </p:nvSpPr>
          <p:spPr>
            <a:xfrm>
              <a:off x="9672000" y="3423551"/>
              <a:ext cx="2160000" cy="5400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Docker Image(Jar)</a:t>
              </a:r>
              <a:endPara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9780858" y="3546923"/>
              <a:ext cx="2160000" cy="5400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Docker Image(Jar)</a:t>
              </a:r>
              <a:endPara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9904230" y="3670295"/>
              <a:ext cx="2160000" cy="5400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Docker Image(Jar)</a:t>
              </a:r>
              <a:endPara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603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74567" y="729733"/>
            <a:ext cx="58720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WAS(Web </a:t>
            </a:r>
            <a:r>
              <a:rPr lang="en-US" altLang="ko-KR" sz="3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Application Server)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1103086" y="2235200"/>
            <a:ext cx="10777856" cy="3512404"/>
            <a:chOff x="1103086" y="2235200"/>
            <a:chExt cx="10777856" cy="3512404"/>
          </a:xfrm>
        </p:grpSpPr>
        <p:sp>
          <p:nvSpPr>
            <p:cNvPr id="6" name="직사각형 5"/>
            <p:cNvSpPr/>
            <p:nvPr/>
          </p:nvSpPr>
          <p:spPr>
            <a:xfrm>
              <a:off x="1103086" y="2235200"/>
              <a:ext cx="2160000" cy="28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Client</a:t>
              </a:r>
              <a:endParaRPr lang="ko-KR" altLang="en-US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7560942" y="2235200"/>
              <a:ext cx="4320000" cy="28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6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Server</a:t>
              </a:r>
              <a:endPara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sz="32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sz="32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9886913" y="3394068"/>
              <a:ext cx="180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WAS</a:t>
              </a:r>
            </a:p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(Tomcat)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754971" y="3401326"/>
              <a:ext cx="1800000" cy="108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Web Server</a:t>
              </a:r>
            </a:p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en-US" altLang="ko-KR" dirty="0" err="1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Ngnix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1" name="직선 화살표 연결선 10"/>
            <p:cNvCxnSpPr>
              <a:stCxn id="6" idx="3"/>
              <a:endCxn id="7" idx="1"/>
            </p:cNvCxnSpPr>
            <p:nvPr/>
          </p:nvCxnSpPr>
          <p:spPr>
            <a:xfrm>
              <a:off x="3263086" y="3675200"/>
              <a:ext cx="4297856" cy="0"/>
            </a:xfrm>
            <a:prstGeom prst="straightConnector1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304467" y="3302239"/>
              <a:ext cx="2215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Request(</a:t>
              </a:r>
              <a:r>
                <a:rPr lang="ko-KR" altLang="en-US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정적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동적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06481" y="5200762"/>
              <a:ext cx="1908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Response (</a:t>
              </a:r>
              <a:r>
                <a:rPr lang="ko-KR" altLang="en-US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정적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754971" y="4488151"/>
              <a:ext cx="6046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정적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9886913" y="4488151"/>
              <a:ext cx="6046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</a:t>
              </a:r>
              <a:r>
                <a:rPr lang="ko-KR" altLang="en-US" dirty="0" smtClean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적</a:t>
              </a:r>
              <a:endPara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92130" y="5378272"/>
              <a:ext cx="1857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Response (</a:t>
              </a:r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</a:t>
              </a:r>
              <a:r>
                <a:rPr lang="ko-KR" altLang="en-US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적</a:t>
              </a:r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4690811" y="3864251"/>
              <a:ext cx="1442405" cy="921657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DNS</a:t>
              </a:r>
            </a:p>
            <a:p>
              <a:pPr algn="ctr"/>
              <a:r>
                <a:rPr lang="en-US" altLang="ko-KR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(8.8.8.8)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27" name="꺾인 연결선 26"/>
            <p:cNvCxnSpPr>
              <a:stCxn id="9" idx="2"/>
              <a:endCxn id="6" idx="2"/>
            </p:cNvCxnSpPr>
            <p:nvPr/>
          </p:nvCxnSpPr>
          <p:spPr>
            <a:xfrm rot="5400000">
              <a:off x="5102092" y="1562321"/>
              <a:ext cx="633874" cy="6471885"/>
            </a:xfrm>
            <a:prstGeom prst="bentConnector3">
              <a:avLst>
                <a:gd name="adj1" fmla="val 186440"/>
              </a:avLst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꺾인 연결선 32"/>
            <p:cNvCxnSpPr>
              <a:stCxn id="8" idx="2"/>
              <a:endCxn id="6" idx="2"/>
            </p:cNvCxnSpPr>
            <p:nvPr/>
          </p:nvCxnSpPr>
          <p:spPr>
            <a:xfrm rot="5400000">
              <a:off x="6164434" y="492721"/>
              <a:ext cx="641132" cy="8603827"/>
            </a:xfrm>
            <a:prstGeom prst="bentConnector3">
              <a:avLst>
                <a:gd name="adj1" fmla="val 221681"/>
              </a:avLst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917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/>
          <p:cNvSpPr/>
          <p:nvPr/>
        </p:nvSpPr>
        <p:spPr>
          <a:xfrm>
            <a:off x="6500" y="2422853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UsernamePasswordAuththenticationFilter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500" y="3800456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AuthenticationManager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500" y="5178059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AuthenticationProvider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500" y="6555662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UserDetailService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6" name="직선 화살표 연결선 85"/>
          <p:cNvCxnSpPr>
            <a:stCxn id="76" idx="2"/>
            <a:endCxn id="77" idx="0"/>
          </p:cNvCxnSpPr>
          <p:nvPr/>
        </p:nvCxnSpPr>
        <p:spPr>
          <a:xfrm>
            <a:off x="3246500" y="3142853"/>
            <a:ext cx="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77" idx="2"/>
            <a:endCxn id="78" idx="0"/>
          </p:cNvCxnSpPr>
          <p:nvPr/>
        </p:nvCxnSpPr>
        <p:spPr>
          <a:xfrm>
            <a:off x="3246500" y="4520456"/>
            <a:ext cx="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>
            <a:stCxn id="78" idx="2"/>
            <a:endCxn id="80" idx="0"/>
          </p:cNvCxnSpPr>
          <p:nvPr/>
        </p:nvCxnSpPr>
        <p:spPr>
          <a:xfrm>
            <a:off x="3246500" y="5898059"/>
            <a:ext cx="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3606500" y="7933265"/>
            <a:ext cx="28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DispatcherSevlet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468627" y="3286269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전달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468627" y="4663872"/>
            <a:ext cx="15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Provider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선택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468627" y="6042194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조회 지시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06712" y="7419797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조회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641265" y="7419797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 전달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6500" y="7933265"/>
            <a:ext cx="28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-353500" y="1761402"/>
            <a:ext cx="7200000" cy="72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9" name="직선 화살표 연결선 118"/>
          <p:cNvCxnSpPr>
            <a:stCxn id="80" idx="2"/>
            <a:endCxn id="116" idx="0"/>
          </p:cNvCxnSpPr>
          <p:nvPr/>
        </p:nvCxnSpPr>
        <p:spPr>
          <a:xfrm flipH="1">
            <a:off x="1446500" y="7275662"/>
            <a:ext cx="180000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/>
          <p:cNvCxnSpPr>
            <a:stCxn id="80" idx="2"/>
            <a:endCxn id="89" idx="0"/>
          </p:cNvCxnSpPr>
          <p:nvPr/>
        </p:nvCxnSpPr>
        <p:spPr>
          <a:xfrm>
            <a:off x="3246500" y="7275662"/>
            <a:ext cx="180000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1896500" y="1401403"/>
            <a:ext cx="2700000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Spring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IoC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Container</a:t>
            </a:r>
            <a:endParaRPr lang="ko-KR" altLang="en-US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923899" y="-762144"/>
            <a:ext cx="9000000" cy="180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-353500" y="-4900"/>
            <a:ext cx="360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Client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98100" y="-4900"/>
            <a:ext cx="360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DelegatingFilterProxy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949700" y="-4900"/>
            <a:ext cx="360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Spring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IoC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Container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4" name="직선 화살표 연결선 23"/>
          <p:cNvCxnSpPr>
            <a:stCxn id="21" idx="3"/>
            <a:endCxn id="22" idx="1"/>
          </p:cNvCxnSpPr>
          <p:nvPr/>
        </p:nvCxnSpPr>
        <p:spPr>
          <a:xfrm>
            <a:off x="3246500" y="355100"/>
            <a:ext cx="105160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22" idx="3"/>
            <a:endCxn id="23" idx="1"/>
          </p:cNvCxnSpPr>
          <p:nvPr/>
        </p:nvCxnSpPr>
        <p:spPr>
          <a:xfrm>
            <a:off x="7898100" y="355100"/>
            <a:ext cx="105160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69973" y="-600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21573" y="-600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위임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18100" y="-235572"/>
            <a:ext cx="3960000" cy="1116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4748100" y="-497158"/>
            <a:ext cx="1440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필터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체인</a:t>
            </a:r>
            <a:endParaRPr lang="ko-KR" altLang="en-US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6893899" y="-1015825"/>
            <a:ext cx="3060000" cy="432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서블릿</a:t>
            </a:r>
            <a:r>
              <a:rPr lang="ko-KR" altLang="en-US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컨테이너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(Tomcat)</a:t>
            </a:r>
            <a:endParaRPr lang="ko-KR" altLang="en-US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786288" y="6538930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UsernamePasswordAuththenticationFilter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786288" y="5162765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AuthenticationManager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786288" y="3785162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AuthenticationProvider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786288" y="2407559"/>
            <a:ext cx="6480000" cy="7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UserDetailService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788388" y="7915095"/>
            <a:ext cx="6480000" cy="18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SecurityContextHolder</a:t>
            </a:r>
            <a:endParaRPr lang="en-US" altLang="ko-KR" sz="28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0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482138" y="8635095"/>
            <a:ext cx="504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Principal</a:t>
            </a:r>
            <a:endParaRPr lang="ko-KR" altLang="en-US" sz="3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7" name="직선 화살표 연결선 36"/>
          <p:cNvCxnSpPr>
            <a:endCxn id="33" idx="0"/>
          </p:cNvCxnSpPr>
          <p:nvPr/>
        </p:nvCxnSpPr>
        <p:spPr>
          <a:xfrm>
            <a:off x="11026288" y="3127559"/>
            <a:ext cx="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33" idx="2"/>
            <a:endCxn id="32" idx="0"/>
          </p:cNvCxnSpPr>
          <p:nvPr/>
        </p:nvCxnSpPr>
        <p:spPr>
          <a:xfrm>
            <a:off x="11026288" y="4505162"/>
            <a:ext cx="0" cy="6576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2" idx="2"/>
            <a:endCxn id="31" idx="0"/>
          </p:cNvCxnSpPr>
          <p:nvPr/>
        </p:nvCxnSpPr>
        <p:spPr>
          <a:xfrm>
            <a:off x="11026288" y="5882765"/>
            <a:ext cx="0" cy="65616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31" idx="2"/>
            <a:endCxn id="35" idx="0"/>
          </p:cNvCxnSpPr>
          <p:nvPr/>
        </p:nvCxnSpPr>
        <p:spPr>
          <a:xfrm>
            <a:off x="11026288" y="7258930"/>
            <a:ext cx="2100" cy="65616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7426288" y="1746108"/>
            <a:ext cx="7200000" cy="828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9652138" y="1386109"/>
            <a:ext cx="2700000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Spring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IoC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Container</a:t>
            </a:r>
            <a:endParaRPr lang="ko-KR" altLang="en-US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37270" y="740234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인증 결과 보관</a:t>
            </a:r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37270" y="6023141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인증 결과 반환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237270" y="464593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인증 결과 반환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37270" y="3269771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UserDetails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반환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00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/>
          <p:cNvSpPr>
            <a:spLocks noChangeAspect="1"/>
          </p:cNvSpPr>
          <p:nvPr/>
        </p:nvSpPr>
        <p:spPr>
          <a:xfrm>
            <a:off x="1187772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1133543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직사각형 85"/>
          <p:cNvSpPr>
            <a:spLocks noChangeAspect="1"/>
          </p:cNvSpPr>
          <p:nvPr/>
        </p:nvSpPr>
        <p:spPr>
          <a:xfrm>
            <a:off x="2051772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1997543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8" name="직사각형 87"/>
          <p:cNvSpPr>
            <a:spLocks noChangeAspect="1"/>
          </p:cNvSpPr>
          <p:nvPr/>
        </p:nvSpPr>
        <p:spPr>
          <a:xfrm>
            <a:off x="2915771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2861542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0" name="직사각형 89"/>
          <p:cNvSpPr>
            <a:spLocks noChangeAspect="1"/>
          </p:cNvSpPr>
          <p:nvPr/>
        </p:nvSpPr>
        <p:spPr>
          <a:xfrm>
            <a:off x="3779771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3725542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2" name="직사각형 91"/>
          <p:cNvSpPr>
            <a:spLocks noChangeAspect="1"/>
          </p:cNvSpPr>
          <p:nvPr/>
        </p:nvSpPr>
        <p:spPr>
          <a:xfrm>
            <a:off x="4643770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4589541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4" name="직사각형 93"/>
          <p:cNvSpPr>
            <a:spLocks noChangeAspect="1"/>
          </p:cNvSpPr>
          <p:nvPr/>
        </p:nvSpPr>
        <p:spPr>
          <a:xfrm>
            <a:off x="1187772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1133543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6" name="직사각형 95"/>
          <p:cNvSpPr>
            <a:spLocks noChangeAspect="1"/>
          </p:cNvSpPr>
          <p:nvPr/>
        </p:nvSpPr>
        <p:spPr>
          <a:xfrm>
            <a:off x="2051772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1997543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8" name="직사각형 97"/>
          <p:cNvSpPr>
            <a:spLocks noChangeAspect="1"/>
          </p:cNvSpPr>
          <p:nvPr/>
        </p:nvSpPr>
        <p:spPr>
          <a:xfrm>
            <a:off x="2915771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2861542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0" name="직사각형 99"/>
          <p:cNvSpPr>
            <a:spLocks noChangeAspect="1"/>
          </p:cNvSpPr>
          <p:nvPr/>
        </p:nvSpPr>
        <p:spPr>
          <a:xfrm>
            <a:off x="3779771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3725542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2" name="직사각형 101"/>
          <p:cNvSpPr>
            <a:spLocks noChangeAspect="1"/>
          </p:cNvSpPr>
          <p:nvPr/>
        </p:nvSpPr>
        <p:spPr>
          <a:xfrm>
            <a:off x="4643770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4589541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4" name="직사각형 103"/>
          <p:cNvSpPr>
            <a:spLocks noChangeAspect="1"/>
          </p:cNvSpPr>
          <p:nvPr/>
        </p:nvSpPr>
        <p:spPr>
          <a:xfrm>
            <a:off x="1187772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1133543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6" name="직사각형 105"/>
          <p:cNvSpPr>
            <a:spLocks noChangeAspect="1"/>
          </p:cNvSpPr>
          <p:nvPr/>
        </p:nvSpPr>
        <p:spPr>
          <a:xfrm>
            <a:off x="2051772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1997543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직사각형 107"/>
          <p:cNvSpPr>
            <a:spLocks noChangeAspect="1"/>
          </p:cNvSpPr>
          <p:nvPr/>
        </p:nvSpPr>
        <p:spPr>
          <a:xfrm>
            <a:off x="2915771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2861542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0" name="직사각형 109"/>
          <p:cNvSpPr>
            <a:spLocks noChangeAspect="1"/>
          </p:cNvSpPr>
          <p:nvPr/>
        </p:nvSpPr>
        <p:spPr>
          <a:xfrm>
            <a:off x="3779771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3725542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" name="직사각형 111"/>
          <p:cNvSpPr>
            <a:spLocks noChangeAspect="1"/>
          </p:cNvSpPr>
          <p:nvPr/>
        </p:nvSpPr>
        <p:spPr>
          <a:xfrm>
            <a:off x="4643770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89541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4" name="직사각형 113"/>
          <p:cNvSpPr>
            <a:spLocks noChangeAspect="1"/>
          </p:cNvSpPr>
          <p:nvPr/>
        </p:nvSpPr>
        <p:spPr>
          <a:xfrm>
            <a:off x="6451196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6396967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직사각형 115"/>
          <p:cNvSpPr>
            <a:spLocks noChangeAspect="1"/>
          </p:cNvSpPr>
          <p:nvPr/>
        </p:nvSpPr>
        <p:spPr>
          <a:xfrm>
            <a:off x="7315196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/>
          <p:cNvSpPr txBox="1"/>
          <p:nvPr/>
        </p:nvSpPr>
        <p:spPr>
          <a:xfrm>
            <a:off x="7260967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직사각형 117"/>
          <p:cNvSpPr>
            <a:spLocks noChangeAspect="1"/>
          </p:cNvSpPr>
          <p:nvPr/>
        </p:nvSpPr>
        <p:spPr>
          <a:xfrm>
            <a:off x="8179195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Box 118"/>
          <p:cNvSpPr txBox="1"/>
          <p:nvPr/>
        </p:nvSpPr>
        <p:spPr>
          <a:xfrm>
            <a:off x="8124966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0" name="직사각형 119"/>
          <p:cNvSpPr>
            <a:spLocks noChangeAspect="1"/>
          </p:cNvSpPr>
          <p:nvPr/>
        </p:nvSpPr>
        <p:spPr>
          <a:xfrm>
            <a:off x="9043195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8988966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2" name="직사각형 121"/>
          <p:cNvSpPr>
            <a:spLocks noChangeAspect="1"/>
          </p:cNvSpPr>
          <p:nvPr/>
        </p:nvSpPr>
        <p:spPr>
          <a:xfrm>
            <a:off x="9907194" y="3636109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9852965" y="3636105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직사각형 123"/>
          <p:cNvSpPr>
            <a:spLocks noChangeAspect="1"/>
          </p:cNvSpPr>
          <p:nvPr/>
        </p:nvSpPr>
        <p:spPr>
          <a:xfrm>
            <a:off x="6451196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6396967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6" name="직사각형 125"/>
          <p:cNvSpPr>
            <a:spLocks noChangeAspect="1"/>
          </p:cNvSpPr>
          <p:nvPr/>
        </p:nvSpPr>
        <p:spPr>
          <a:xfrm>
            <a:off x="7315196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7260967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8" name="직사각형 127"/>
          <p:cNvSpPr>
            <a:spLocks noChangeAspect="1"/>
          </p:cNvSpPr>
          <p:nvPr/>
        </p:nvSpPr>
        <p:spPr>
          <a:xfrm>
            <a:off x="8179195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/>
          <p:cNvSpPr txBox="1"/>
          <p:nvPr/>
        </p:nvSpPr>
        <p:spPr>
          <a:xfrm>
            <a:off x="8124966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0" name="직사각형 129"/>
          <p:cNvSpPr>
            <a:spLocks noChangeAspect="1"/>
          </p:cNvSpPr>
          <p:nvPr/>
        </p:nvSpPr>
        <p:spPr>
          <a:xfrm>
            <a:off x="9043195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TextBox 130"/>
          <p:cNvSpPr txBox="1"/>
          <p:nvPr/>
        </p:nvSpPr>
        <p:spPr>
          <a:xfrm>
            <a:off x="8988966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2" name="직사각형 131"/>
          <p:cNvSpPr>
            <a:spLocks noChangeAspect="1"/>
          </p:cNvSpPr>
          <p:nvPr/>
        </p:nvSpPr>
        <p:spPr>
          <a:xfrm>
            <a:off x="9907194" y="450000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/>
          <p:cNvSpPr txBox="1"/>
          <p:nvPr/>
        </p:nvSpPr>
        <p:spPr>
          <a:xfrm>
            <a:off x="9852965" y="449999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4" name="직사각형 133"/>
          <p:cNvSpPr>
            <a:spLocks noChangeAspect="1"/>
          </p:cNvSpPr>
          <p:nvPr/>
        </p:nvSpPr>
        <p:spPr>
          <a:xfrm>
            <a:off x="6451196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6396967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6" name="직사각형 135"/>
          <p:cNvSpPr>
            <a:spLocks noChangeAspect="1"/>
          </p:cNvSpPr>
          <p:nvPr/>
        </p:nvSpPr>
        <p:spPr>
          <a:xfrm>
            <a:off x="7315196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/>
          <p:cNvSpPr txBox="1"/>
          <p:nvPr/>
        </p:nvSpPr>
        <p:spPr>
          <a:xfrm>
            <a:off x="7260967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8" name="직사각형 137"/>
          <p:cNvSpPr>
            <a:spLocks noChangeAspect="1"/>
          </p:cNvSpPr>
          <p:nvPr/>
        </p:nvSpPr>
        <p:spPr>
          <a:xfrm>
            <a:off x="8179195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8124966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0" name="직사각형 139"/>
          <p:cNvSpPr>
            <a:spLocks noChangeAspect="1"/>
          </p:cNvSpPr>
          <p:nvPr/>
        </p:nvSpPr>
        <p:spPr>
          <a:xfrm>
            <a:off x="9043195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8988966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2" name="직사각형 141"/>
          <p:cNvSpPr>
            <a:spLocks noChangeAspect="1"/>
          </p:cNvSpPr>
          <p:nvPr/>
        </p:nvSpPr>
        <p:spPr>
          <a:xfrm>
            <a:off x="9907194" y="5363887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TextBox 142"/>
          <p:cNvSpPr txBox="1"/>
          <p:nvPr/>
        </p:nvSpPr>
        <p:spPr>
          <a:xfrm>
            <a:off x="9852965" y="5363883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4" name="직사각형 143"/>
          <p:cNvSpPr>
            <a:spLocks noChangeAspect="1"/>
          </p:cNvSpPr>
          <p:nvPr/>
        </p:nvSpPr>
        <p:spPr>
          <a:xfrm>
            <a:off x="1198457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1144228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6" name="직사각형 145"/>
          <p:cNvSpPr>
            <a:spLocks noChangeAspect="1"/>
          </p:cNvSpPr>
          <p:nvPr/>
        </p:nvSpPr>
        <p:spPr>
          <a:xfrm>
            <a:off x="2062457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/>
          <p:cNvSpPr txBox="1"/>
          <p:nvPr/>
        </p:nvSpPr>
        <p:spPr>
          <a:xfrm>
            <a:off x="2008228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8" name="직사각형 147"/>
          <p:cNvSpPr>
            <a:spLocks noChangeAspect="1"/>
          </p:cNvSpPr>
          <p:nvPr/>
        </p:nvSpPr>
        <p:spPr>
          <a:xfrm>
            <a:off x="2926456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/>
          <p:cNvSpPr txBox="1"/>
          <p:nvPr/>
        </p:nvSpPr>
        <p:spPr>
          <a:xfrm>
            <a:off x="2872227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0" name="직사각형 149"/>
          <p:cNvSpPr>
            <a:spLocks noChangeAspect="1"/>
          </p:cNvSpPr>
          <p:nvPr/>
        </p:nvSpPr>
        <p:spPr>
          <a:xfrm>
            <a:off x="3790456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/>
          <p:cNvSpPr txBox="1"/>
          <p:nvPr/>
        </p:nvSpPr>
        <p:spPr>
          <a:xfrm>
            <a:off x="3736227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2" name="직사각형 151"/>
          <p:cNvSpPr>
            <a:spLocks noChangeAspect="1"/>
          </p:cNvSpPr>
          <p:nvPr/>
        </p:nvSpPr>
        <p:spPr>
          <a:xfrm>
            <a:off x="4654455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/>
          <p:cNvSpPr txBox="1"/>
          <p:nvPr/>
        </p:nvSpPr>
        <p:spPr>
          <a:xfrm>
            <a:off x="4600226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4" name="직사각형 153"/>
          <p:cNvSpPr>
            <a:spLocks noChangeAspect="1"/>
          </p:cNvSpPr>
          <p:nvPr/>
        </p:nvSpPr>
        <p:spPr>
          <a:xfrm>
            <a:off x="1198457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1144228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6" name="직사각형 155"/>
          <p:cNvSpPr>
            <a:spLocks noChangeAspect="1"/>
          </p:cNvSpPr>
          <p:nvPr/>
        </p:nvSpPr>
        <p:spPr>
          <a:xfrm>
            <a:off x="2062457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TextBox 156"/>
          <p:cNvSpPr txBox="1"/>
          <p:nvPr/>
        </p:nvSpPr>
        <p:spPr>
          <a:xfrm>
            <a:off x="2008228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8" name="직사각형 157"/>
          <p:cNvSpPr>
            <a:spLocks noChangeAspect="1"/>
          </p:cNvSpPr>
          <p:nvPr/>
        </p:nvSpPr>
        <p:spPr>
          <a:xfrm>
            <a:off x="2926456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TextBox 158"/>
          <p:cNvSpPr txBox="1"/>
          <p:nvPr/>
        </p:nvSpPr>
        <p:spPr>
          <a:xfrm>
            <a:off x="2872227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0" name="직사각형 159"/>
          <p:cNvSpPr>
            <a:spLocks noChangeAspect="1"/>
          </p:cNvSpPr>
          <p:nvPr/>
        </p:nvSpPr>
        <p:spPr>
          <a:xfrm>
            <a:off x="3790456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/>
          <p:cNvSpPr txBox="1"/>
          <p:nvPr/>
        </p:nvSpPr>
        <p:spPr>
          <a:xfrm>
            <a:off x="3736227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2" name="직사각형 161"/>
          <p:cNvSpPr>
            <a:spLocks noChangeAspect="1"/>
          </p:cNvSpPr>
          <p:nvPr/>
        </p:nvSpPr>
        <p:spPr>
          <a:xfrm>
            <a:off x="4654455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/>
          <p:cNvSpPr txBox="1"/>
          <p:nvPr/>
        </p:nvSpPr>
        <p:spPr>
          <a:xfrm>
            <a:off x="4600226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4" name="직사각형 163"/>
          <p:cNvSpPr>
            <a:spLocks noChangeAspect="1"/>
          </p:cNvSpPr>
          <p:nvPr/>
        </p:nvSpPr>
        <p:spPr>
          <a:xfrm>
            <a:off x="1198457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1144228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6" name="직사각형 165"/>
          <p:cNvSpPr>
            <a:spLocks noChangeAspect="1"/>
          </p:cNvSpPr>
          <p:nvPr/>
        </p:nvSpPr>
        <p:spPr>
          <a:xfrm>
            <a:off x="2062457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TextBox 166"/>
          <p:cNvSpPr txBox="1"/>
          <p:nvPr/>
        </p:nvSpPr>
        <p:spPr>
          <a:xfrm>
            <a:off x="2008228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8" name="직사각형 167"/>
          <p:cNvSpPr>
            <a:spLocks noChangeAspect="1"/>
          </p:cNvSpPr>
          <p:nvPr/>
        </p:nvSpPr>
        <p:spPr>
          <a:xfrm>
            <a:off x="2926456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Box 168"/>
          <p:cNvSpPr txBox="1"/>
          <p:nvPr/>
        </p:nvSpPr>
        <p:spPr>
          <a:xfrm>
            <a:off x="2872227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0" name="직사각형 169"/>
          <p:cNvSpPr>
            <a:spLocks noChangeAspect="1"/>
          </p:cNvSpPr>
          <p:nvPr/>
        </p:nvSpPr>
        <p:spPr>
          <a:xfrm>
            <a:off x="3790456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/>
          <p:cNvSpPr txBox="1"/>
          <p:nvPr/>
        </p:nvSpPr>
        <p:spPr>
          <a:xfrm>
            <a:off x="3736227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2" name="직사각형 171"/>
          <p:cNvSpPr>
            <a:spLocks noChangeAspect="1"/>
          </p:cNvSpPr>
          <p:nvPr/>
        </p:nvSpPr>
        <p:spPr>
          <a:xfrm>
            <a:off x="4654455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TextBox 172"/>
          <p:cNvSpPr txBox="1"/>
          <p:nvPr/>
        </p:nvSpPr>
        <p:spPr>
          <a:xfrm>
            <a:off x="4600226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4" name="직사각형 173"/>
          <p:cNvSpPr>
            <a:spLocks noChangeAspect="1"/>
          </p:cNvSpPr>
          <p:nvPr/>
        </p:nvSpPr>
        <p:spPr>
          <a:xfrm>
            <a:off x="6461881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/>
          <p:cNvSpPr txBox="1"/>
          <p:nvPr/>
        </p:nvSpPr>
        <p:spPr>
          <a:xfrm>
            <a:off x="6407652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6" name="직사각형 175"/>
          <p:cNvSpPr>
            <a:spLocks noChangeAspect="1"/>
          </p:cNvSpPr>
          <p:nvPr/>
        </p:nvSpPr>
        <p:spPr>
          <a:xfrm>
            <a:off x="7325881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TextBox 176"/>
          <p:cNvSpPr txBox="1"/>
          <p:nvPr/>
        </p:nvSpPr>
        <p:spPr>
          <a:xfrm>
            <a:off x="7271652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8" name="직사각형 177"/>
          <p:cNvSpPr>
            <a:spLocks noChangeAspect="1"/>
          </p:cNvSpPr>
          <p:nvPr/>
        </p:nvSpPr>
        <p:spPr>
          <a:xfrm>
            <a:off x="8189880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8135651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0" name="직사각형 179"/>
          <p:cNvSpPr>
            <a:spLocks noChangeAspect="1"/>
          </p:cNvSpPr>
          <p:nvPr/>
        </p:nvSpPr>
        <p:spPr>
          <a:xfrm>
            <a:off x="9053880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8999651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2" name="직사각형 181"/>
          <p:cNvSpPr>
            <a:spLocks noChangeAspect="1"/>
          </p:cNvSpPr>
          <p:nvPr/>
        </p:nvSpPr>
        <p:spPr>
          <a:xfrm>
            <a:off x="9917879" y="688372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182"/>
          <p:cNvSpPr txBox="1"/>
          <p:nvPr/>
        </p:nvSpPr>
        <p:spPr>
          <a:xfrm>
            <a:off x="9863650" y="688368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5615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4" name="직사각형 183"/>
          <p:cNvSpPr>
            <a:spLocks noChangeAspect="1"/>
          </p:cNvSpPr>
          <p:nvPr/>
        </p:nvSpPr>
        <p:spPr>
          <a:xfrm>
            <a:off x="6461881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6407652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6" name="직사각형 185"/>
          <p:cNvSpPr>
            <a:spLocks noChangeAspect="1"/>
          </p:cNvSpPr>
          <p:nvPr/>
        </p:nvSpPr>
        <p:spPr>
          <a:xfrm>
            <a:off x="7325881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TextBox 186"/>
          <p:cNvSpPr txBox="1"/>
          <p:nvPr/>
        </p:nvSpPr>
        <p:spPr>
          <a:xfrm>
            <a:off x="7271652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8" name="직사각형 187"/>
          <p:cNvSpPr>
            <a:spLocks noChangeAspect="1"/>
          </p:cNvSpPr>
          <p:nvPr/>
        </p:nvSpPr>
        <p:spPr>
          <a:xfrm>
            <a:off x="8189880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TextBox 188"/>
          <p:cNvSpPr txBox="1"/>
          <p:nvPr/>
        </p:nvSpPr>
        <p:spPr>
          <a:xfrm>
            <a:off x="8135651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0" name="직사각형 189"/>
          <p:cNvSpPr>
            <a:spLocks noChangeAspect="1"/>
          </p:cNvSpPr>
          <p:nvPr/>
        </p:nvSpPr>
        <p:spPr>
          <a:xfrm>
            <a:off x="9053880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/>
          <p:cNvSpPr txBox="1"/>
          <p:nvPr/>
        </p:nvSpPr>
        <p:spPr>
          <a:xfrm>
            <a:off x="8999651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2" name="직사각형 191"/>
          <p:cNvSpPr>
            <a:spLocks noChangeAspect="1"/>
          </p:cNvSpPr>
          <p:nvPr/>
        </p:nvSpPr>
        <p:spPr>
          <a:xfrm>
            <a:off x="9917879" y="1552263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TextBox 192"/>
          <p:cNvSpPr txBox="1"/>
          <p:nvPr/>
        </p:nvSpPr>
        <p:spPr>
          <a:xfrm>
            <a:off x="9863650" y="1552259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5625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4" name="직사각형 193"/>
          <p:cNvSpPr>
            <a:spLocks noChangeAspect="1"/>
          </p:cNvSpPr>
          <p:nvPr/>
        </p:nvSpPr>
        <p:spPr>
          <a:xfrm>
            <a:off x="6461881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/>
          <p:cNvSpPr txBox="1"/>
          <p:nvPr/>
        </p:nvSpPr>
        <p:spPr>
          <a:xfrm>
            <a:off x="6407652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5631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6" name="직사각형 195"/>
          <p:cNvSpPr>
            <a:spLocks noChangeAspect="1"/>
          </p:cNvSpPr>
          <p:nvPr/>
        </p:nvSpPr>
        <p:spPr>
          <a:xfrm>
            <a:off x="7325881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TextBox 196"/>
          <p:cNvSpPr txBox="1"/>
          <p:nvPr/>
        </p:nvSpPr>
        <p:spPr>
          <a:xfrm>
            <a:off x="7271652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8" name="직사각형 197"/>
          <p:cNvSpPr>
            <a:spLocks noChangeAspect="1"/>
          </p:cNvSpPr>
          <p:nvPr/>
        </p:nvSpPr>
        <p:spPr>
          <a:xfrm>
            <a:off x="8189880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TextBox 198"/>
          <p:cNvSpPr txBox="1"/>
          <p:nvPr/>
        </p:nvSpPr>
        <p:spPr>
          <a:xfrm>
            <a:off x="8135651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5633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0" name="직사각형 199"/>
          <p:cNvSpPr>
            <a:spLocks noChangeAspect="1"/>
          </p:cNvSpPr>
          <p:nvPr/>
        </p:nvSpPr>
        <p:spPr>
          <a:xfrm>
            <a:off x="9053880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TextBox 200"/>
          <p:cNvSpPr txBox="1"/>
          <p:nvPr/>
        </p:nvSpPr>
        <p:spPr>
          <a:xfrm>
            <a:off x="8999651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2" name="직사각형 201"/>
          <p:cNvSpPr>
            <a:spLocks noChangeAspect="1"/>
          </p:cNvSpPr>
          <p:nvPr/>
        </p:nvSpPr>
        <p:spPr>
          <a:xfrm>
            <a:off x="9917879" y="2416150"/>
            <a:ext cx="864000" cy="8638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TextBox 202"/>
          <p:cNvSpPr txBox="1"/>
          <p:nvPr/>
        </p:nvSpPr>
        <p:spPr>
          <a:xfrm>
            <a:off x="9863650" y="2416146"/>
            <a:ext cx="97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5635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934455" y="1026918"/>
            <a:ext cx="5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0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그룹 59"/>
          <p:cNvGrpSpPr/>
          <p:nvPr/>
        </p:nvGrpSpPr>
        <p:grpSpPr>
          <a:xfrm>
            <a:off x="-956311" y="-477208"/>
            <a:ext cx="16977739" cy="4430690"/>
            <a:chOff x="-956311" y="-477208"/>
            <a:chExt cx="16977739" cy="4430690"/>
          </a:xfrm>
        </p:grpSpPr>
        <p:sp>
          <p:nvSpPr>
            <p:cNvPr id="63" name="TextBox 62"/>
            <p:cNvSpPr txBox="1"/>
            <p:nvPr/>
          </p:nvSpPr>
          <p:spPr>
            <a:xfrm>
              <a:off x="253304" y="2047038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데이터 할당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-956311" y="893482"/>
              <a:ext cx="5400000" cy="9000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ouble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result =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car.goForward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(30, 2);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7381428" y="893482"/>
              <a:ext cx="8640000" cy="30600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// 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전진 기능</a:t>
              </a:r>
              <a:endPara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public double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goForward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int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speed,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int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hour) {</a:t>
              </a: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System.out.println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(speed + “km/h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로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” + hour + “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 동안 전진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”);</a:t>
              </a:r>
            </a:p>
            <a:p>
              <a:endPara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double</a:t>
              </a:r>
              <a:r>
                <a:rPr lang="ko-KR" altLang="en-US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distance = speed * hour;</a:t>
              </a:r>
            </a:p>
            <a:p>
              <a:endParaRPr lang="en-US" altLang="ko-KR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return distance;</a:t>
              </a:r>
            </a:p>
            <a:p>
              <a:r>
                <a:rPr lang="en-US" altLang="ko-KR" sz="2000" dirty="0" smtClean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}</a:t>
              </a:r>
              <a:endParaRPr lang="ko-KR" altLang="en-US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4" name="원호 53"/>
            <p:cNvSpPr/>
            <p:nvPr/>
          </p:nvSpPr>
          <p:spPr>
            <a:xfrm rot="8425555">
              <a:off x="714198" y="1077027"/>
              <a:ext cx="900000" cy="900000"/>
            </a:xfrm>
            <a:prstGeom prst="arc">
              <a:avLst>
                <a:gd name="adj1" fmla="val 13530061"/>
                <a:gd name="adj2" fmla="val 187041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원호 102"/>
            <p:cNvSpPr/>
            <p:nvPr/>
          </p:nvSpPr>
          <p:spPr>
            <a:xfrm rot="5696533">
              <a:off x="3581734" y="-2596670"/>
              <a:ext cx="2741380" cy="6980304"/>
            </a:xfrm>
            <a:prstGeom prst="arc">
              <a:avLst>
                <a:gd name="adj1" fmla="val 17174190"/>
                <a:gd name="adj2" fmla="val 41590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원호 103"/>
            <p:cNvSpPr/>
            <p:nvPr/>
          </p:nvSpPr>
          <p:spPr>
            <a:xfrm rot="6264436">
              <a:off x="3629377" y="-1735580"/>
              <a:ext cx="3054061" cy="6980304"/>
            </a:xfrm>
            <a:prstGeom prst="arc">
              <a:avLst>
                <a:gd name="adj1" fmla="val 17096554"/>
                <a:gd name="adj2" fmla="val 439597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/>
            <p:cNvCxnSpPr/>
            <p:nvPr/>
          </p:nvCxnSpPr>
          <p:spPr>
            <a:xfrm>
              <a:off x="7898860" y="1983757"/>
              <a:ext cx="0" cy="1152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이등변 삼각형 56"/>
            <p:cNvSpPr/>
            <p:nvPr/>
          </p:nvSpPr>
          <p:spPr>
            <a:xfrm>
              <a:off x="599319" y="1462286"/>
              <a:ext cx="311285" cy="288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이등변 삼각형 108"/>
            <p:cNvSpPr/>
            <p:nvPr/>
          </p:nvSpPr>
          <p:spPr>
            <a:xfrm rot="18731416">
              <a:off x="1921304" y="1697677"/>
              <a:ext cx="335641" cy="2305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이등변 삼각형 110"/>
            <p:cNvSpPr/>
            <p:nvPr/>
          </p:nvSpPr>
          <p:spPr>
            <a:xfrm rot="2868584" flipH="1">
              <a:off x="7521197" y="1791712"/>
              <a:ext cx="335641" cy="2305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이등변 삼각형 111"/>
            <p:cNvSpPr/>
            <p:nvPr/>
          </p:nvSpPr>
          <p:spPr>
            <a:xfrm flipV="1">
              <a:off x="7743217" y="2922004"/>
              <a:ext cx="311285" cy="28800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509159" y="1846983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메서드 호출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217404" y="2470969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메서드 실행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298641" y="3460399"/>
              <a:ext cx="1715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3. </a:t>
              </a:r>
              <a:r>
                <a:rPr lang="ko-KR" altLang="en-US" sz="200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데이터 반환</a:t>
              </a:r>
              <a:endPara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041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3437</TotalTime>
  <Words>297</Words>
  <Application>Microsoft Office PowerPoint</Application>
  <PresentationFormat>와이드스크린</PresentationFormat>
  <Paragraphs>153</Paragraphs>
  <Slides>7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나눔스퀘어 Bold</vt:lpstr>
      <vt:lpstr>맑은 고딕</vt:lpstr>
      <vt:lpstr>Arial</vt:lpstr>
      <vt:lpstr>Office 테마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207</cp:revision>
  <dcterms:created xsi:type="dcterms:W3CDTF">2026-08-04T06:26:42Z</dcterms:created>
  <dcterms:modified xsi:type="dcterms:W3CDTF">2026-10-07T06:45:38Z</dcterms:modified>
</cp:coreProperties>
</file>