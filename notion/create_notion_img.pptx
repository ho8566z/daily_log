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6" r:id="rId3"/>
    <p:sldId id="259" r:id="rId4"/>
    <p:sldId id="257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CC0000"/>
    <a:srgbClr val="ED7D31"/>
    <a:srgbClr val="FFFFFF"/>
    <a:srgbClr val="9966FF"/>
    <a:srgbClr val="5B9BD5"/>
    <a:srgbClr val="9933FF"/>
    <a:srgbClr val="6699FF"/>
    <a:srgbClr val="EB5D45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50" d="100"/>
          <a:sy n="50" d="100"/>
        </p:scale>
        <p:origin x="1524" y="15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781050" y="323850"/>
            <a:ext cx="3009900" cy="120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client</a:t>
            </a:r>
            <a:endParaRPr lang="ko-KR" altLang="en-US" dirty="0"/>
          </a:p>
        </p:txBody>
      </p:sp>
      <p:sp>
        <p:nvSpPr>
          <p:cNvPr id="205" name="직사각형 204"/>
          <p:cNvSpPr/>
          <p:nvPr/>
        </p:nvSpPr>
        <p:spPr>
          <a:xfrm>
            <a:off x="8477250" y="323850"/>
            <a:ext cx="3009900" cy="120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server</a:t>
            </a:r>
            <a:endParaRPr lang="ko-KR" altLang="en-US" dirty="0"/>
          </a:p>
        </p:txBody>
      </p:sp>
      <p:cxnSp>
        <p:nvCxnSpPr>
          <p:cNvPr id="4" name="직선 화살표 연결선 3"/>
          <p:cNvCxnSpPr/>
          <p:nvPr/>
        </p:nvCxnSpPr>
        <p:spPr>
          <a:xfrm flipV="1">
            <a:off x="4095750" y="476250"/>
            <a:ext cx="3714750" cy="571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화살표 연결선 205"/>
          <p:cNvCxnSpPr/>
          <p:nvPr/>
        </p:nvCxnSpPr>
        <p:spPr>
          <a:xfrm flipH="1">
            <a:off x="4457700" y="1066800"/>
            <a:ext cx="3524250" cy="952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53071" y="154543"/>
            <a:ext cx="962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request</a:t>
            </a:r>
            <a:endParaRPr lang="ko-KR" altLang="en-US" dirty="0"/>
          </a:p>
        </p:txBody>
      </p:sp>
      <p:sp>
        <p:nvSpPr>
          <p:cNvPr id="207" name="TextBox 206"/>
          <p:cNvSpPr txBox="1"/>
          <p:nvPr/>
        </p:nvSpPr>
        <p:spPr>
          <a:xfrm>
            <a:off x="5661050" y="1154668"/>
            <a:ext cx="1117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response</a:t>
            </a:r>
            <a:endParaRPr lang="ko-KR" altLang="en-US" dirty="0"/>
          </a:p>
        </p:txBody>
      </p:sp>
      <p:sp>
        <p:nvSpPr>
          <p:cNvPr id="208" name="TextBox 207"/>
          <p:cNvSpPr txBox="1"/>
          <p:nvPr/>
        </p:nvSpPr>
        <p:spPr>
          <a:xfrm>
            <a:off x="5524500" y="-247650"/>
            <a:ext cx="962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request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2424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직사각형 75"/>
          <p:cNvSpPr/>
          <p:nvPr/>
        </p:nvSpPr>
        <p:spPr>
          <a:xfrm>
            <a:off x="6500" y="2422853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6500" y="3800456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6500" y="51780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6500" y="65556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86" name="직선 화살표 연결선 85"/>
          <p:cNvCxnSpPr>
            <a:stCxn id="76" idx="2"/>
            <a:endCxn id="77" idx="0"/>
          </p:cNvCxnSpPr>
          <p:nvPr/>
        </p:nvCxnSpPr>
        <p:spPr>
          <a:xfrm>
            <a:off x="3246500" y="3142853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/>
          <p:cNvCxnSpPr>
            <a:stCxn id="77" idx="2"/>
            <a:endCxn id="78" idx="0"/>
          </p:cNvCxnSpPr>
          <p:nvPr/>
        </p:nvCxnSpPr>
        <p:spPr>
          <a:xfrm>
            <a:off x="3246500" y="4520456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/>
          <p:cNvCxnSpPr>
            <a:stCxn id="78" idx="2"/>
            <a:endCxn id="80" idx="0"/>
          </p:cNvCxnSpPr>
          <p:nvPr/>
        </p:nvCxnSpPr>
        <p:spPr>
          <a:xfrm>
            <a:off x="3246500" y="58980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직사각형 88"/>
          <p:cNvSpPr/>
          <p:nvPr/>
        </p:nvSpPr>
        <p:spPr>
          <a:xfrm>
            <a:off x="360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DispatcherSevlet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3468627" y="3286269"/>
            <a:ext cx="2255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468627" y="4663872"/>
            <a:ext cx="1588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Provider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선택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3468627" y="6042194"/>
            <a:ext cx="1864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 지시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506712" y="7419797"/>
            <a:ext cx="1386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4641265" y="7419797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 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/>
          <p:nvPr/>
        </p:nvSpPr>
        <p:spPr>
          <a:xfrm>
            <a:off x="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-353500" y="1761402"/>
            <a:ext cx="7200000" cy="72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9" name="직선 화살표 연결선 118"/>
          <p:cNvCxnSpPr>
            <a:stCxn id="80" idx="2"/>
            <a:endCxn id="116" idx="0"/>
          </p:cNvCxnSpPr>
          <p:nvPr/>
        </p:nvCxnSpPr>
        <p:spPr>
          <a:xfrm flipH="1">
            <a:off x="14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/>
          <p:cNvCxnSpPr>
            <a:stCxn id="80" idx="2"/>
            <a:endCxn id="89" idx="0"/>
          </p:cNvCxnSpPr>
          <p:nvPr/>
        </p:nvCxnSpPr>
        <p:spPr>
          <a:xfrm>
            <a:off x="32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모서리가 둥근 직사각형 78"/>
          <p:cNvSpPr/>
          <p:nvPr/>
        </p:nvSpPr>
        <p:spPr>
          <a:xfrm>
            <a:off x="1896500" y="1401403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923899" y="-762144"/>
            <a:ext cx="9000000" cy="18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-3535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Client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2981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DelegatingFilterProxy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89497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24" name="직선 화살표 연결선 23"/>
          <p:cNvCxnSpPr>
            <a:stCxn id="21" idx="3"/>
            <a:endCxn id="22" idx="1"/>
          </p:cNvCxnSpPr>
          <p:nvPr/>
        </p:nvCxnSpPr>
        <p:spPr>
          <a:xfrm>
            <a:off x="32465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>
            <a:stCxn id="22" idx="3"/>
            <a:endCxn id="23" idx="1"/>
          </p:cNvCxnSpPr>
          <p:nvPr/>
        </p:nvCxnSpPr>
        <p:spPr>
          <a:xfrm>
            <a:off x="78981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4699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1215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위임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4118100" y="-235572"/>
            <a:ext cx="3960000" cy="1116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4748100" y="-497158"/>
            <a:ext cx="144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필터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체인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6893899" y="-1015825"/>
            <a:ext cx="306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서블릿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컨테이너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(Tomcat)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7786288" y="6538930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7786288" y="5162765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786288" y="37851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7786288" y="24075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7788388" y="7915095"/>
            <a:ext cx="6480000" cy="180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SecurityContextHolder</a:t>
            </a:r>
            <a:endParaRPr lang="en-US" altLang="ko-KR" sz="28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4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8482138" y="8635095"/>
            <a:ext cx="5040000" cy="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Principal</a:t>
            </a:r>
            <a:endParaRPr lang="ko-KR" altLang="en-US" sz="3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37" name="직선 화살표 연결선 36"/>
          <p:cNvCxnSpPr>
            <a:endCxn id="33" idx="0"/>
          </p:cNvCxnSpPr>
          <p:nvPr/>
        </p:nvCxnSpPr>
        <p:spPr>
          <a:xfrm>
            <a:off x="11026288" y="31275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>
            <a:stCxn id="33" idx="2"/>
            <a:endCxn id="32" idx="0"/>
          </p:cNvCxnSpPr>
          <p:nvPr/>
        </p:nvCxnSpPr>
        <p:spPr>
          <a:xfrm>
            <a:off x="11026288" y="4505162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>
            <a:stCxn id="32" idx="2"/>
            <a:endCxn id="31" idx="0"/>
          </p:cNvCxnSpPr>
          <p:nvPr/>
        </p:nvCxnSpPr>
        <p:spPr>
          <a:xfrm>
            <a:off x="11026288" y="5882765"/>
            <a:ext cx="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>
            <a:stCxn id="31" idx="2"/>
            <a:endCxn id="35" idx="0"/>
          </p:cNvCxnSpPr>
          <p:nvPr/>
        </p:nvCxnSpPr>
        <p:spPr>
          <a:xfrm>
            <a:off x="11026288" y="7258930"/>
            <a:ext cx="210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/>
          <p:cNvSpPr/>
          <p:nvPr/>
        </p:nvSpPr>
        <p:spPr>
          <a:xfrm>
            <a:off x="7426288" y="1746108"/>
            <a:ext cx="7200000" cy="82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모서리가 둥근 직사각형 41"/>
          <p:cNvSpPr/>
          <p:nvPr/>
        </p:nvSpPr>
        <p:spPr>
          <a:xfrm>
            <a:off x="9652138" y="1386109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237270" y="7402346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보관</a:t>
            </a:r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1237270" y="6023141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1237270" y="4645936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237270" y="3269771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3067</TotalTime>
  <Words>188</Words>
  <Application>Microsoft Office PowerPoint</Application>
  <PresentationFormat>와이드스크린</PresentationFormat>
  <Paragraphs>110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182</cp:revision>
  <dcterms:created xsi:type="dcterms:W3CDTF">2026-08-04T06:26:42Z</dcterms:created>
  <dcterms:modified xsi:type="dcterms:W3CDTF">2026-09-18T01:25:53Z</dcterms:modified>
</cp:coreProperties>
</file>