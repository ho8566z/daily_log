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66" d="100"/>
          <a:sy n="66" d="100"/>
        </p:scale>
        <p:origin x="1008" y="1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329030" y="261011"/>
            <a:ext cx="11475871" cy="3798139"/>
            <a:chOff x="329030" y="261011"/>
            <a:chExt cx="11475871" cy="3798139"/>
          </a:xfrm>
        </p:grpSpPr>
        <p:sp>
          <p:nvSpPr>
            <p:cNvPr id="3" name="직사각형 2"/>
            <p:cNvSpPr/>
            <p:nvPr/>
          </p:nvSpPr>
          <p:spPr>
            <a:xfrm>
              <a:off x="329030" y="819150"/>
              <a:ext cx="2160000" cy="28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Client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3775529" y="819150"/>
              <a:ext cx="5760000" cy="28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10364901" y="819150"/>
              <a:ext cx="1440000" cy="28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DB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876311" y="261011"/>
              <a:ext cx="15584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server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4038402" y="459150"/>
              <a:ext cx="720000" cy="3600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4928992" y="979544"/>
              <a:ext cx="2160000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Interceptor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4928992" y="3122172"/>
              <a:ext cx="2160000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Interceptor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4928992" y="2050858"/>
              <a:ext cx="2160000" cy="900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Interceptor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7261612" y="1179150"/>
              <a:ext cx="2160000" cy="2160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 flipV="1">
              <a:off x="2335529" y="1553029"/>
              <a:ext cx="1440000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/>
            <p:cNvCxnSpPr/>
            <p:nvPr/>
          </p:nvCxnSpPr>
          <p:spPr>
            <a:xfrm flipH="1">
              <a:off x="2489030" y="2786743"/>
              <a:ext cx="1440000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/>
            <p:cNvCxnSpPr/>
            <p:nvPr/>
          </p:nvCxnSpPr>
          <p:spPr>
            <a:xfrm flipV="1">
              <a:off x="9284901" y="1553029"/>
              <a:ext cx="1080000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/>
            <p:cNvCxnSpPr/>
            <p:nvPr/>
          </p:nvCxnSpPr>
          <p:spPr>
            <a:xfrm flipH="1">
              <a:off x="9535529" y="2786743"/>
              <a:ext cx="1080000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2621764" y="1179150"/>
              <a:ext cx="10207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request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540812" y="2412863"/>
              <a:ext cx="1182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2878</TotalTime>
  <Words>137</Words>
  <Application>Microsoft Office PowerPoint</Application>
  <PresentationFormat>와이드스크린</PresentationFormat>
  <Paragraphs>84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164</cp:revision>
  <dcterms:created xsi:type="dcterms:W3CDTF">2026-08-04T06:26:42Z</dcterms:created>
  <dcterms:modified xsi:type="dcterms:W3CDTF">2026-09-07T08:06:55Z</dcterms:modified>
</cp:coreProperties>
</file>