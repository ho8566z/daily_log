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9" r:id="rId4"/>
    <p:sldId id="257" r:id="rId5"/>
    <p:sldId id="258" r:id="rId6"/>
    <p:sldId id="263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B5D45"/>
    <a:srgbClr val="404040"/>
    <a:srgbClr val="E7E6E6"/>
    <a:srgbClr val="D0CECE"/>
    <a:srgbClr val="7F7F7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447" autoAdjust="0"/>
    <p:restoredTop sz="94660"/>
  </p:normalViewPr>
  <p:slideViewPr>
    <p:cSldViewPr snapToGrid="0">
      <p:cViewPr>
        <p:scale>
          <a:sx n="66" d="100"/>
          <a:sy n="66" d="100"/>
        </p:scale>
        <p:origin x="66" y="1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2496623" y="1212333"/>
            <a:ext cx="7873630" cy="2256814"/>
            <a:chOff x="2496623" y="1212333"/>
            <a:chExt cx="7873630" cy="2256814"/>
          </a:xfrm>
        </p:grpSpPr>
        <p:sp>
          <p:nvSpPr>
            <p:cNvPr id="2" name="직사각형 1"/>
            <p:cNvSpPr/>
            <p:nvPr/>
          </p:nvSpPr>
          <p:spPr>
            <a:xfrm>
              <a:off x="2496623" y="1212333"/>
              <a:ext cx="7873630" cy="101566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60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@</a:t>
              </a:r>
              <a:r>
                <a:rPr lang="ko-KR" altLang="en-US" sz="60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WebServlet</a:t>
              </a:r>
              <a:r>
                <a:rPr lang="ko-KR" altLang="en-US" sz="60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("*.</a:t>
              </a:r>
              <a:r>
                <a:rPr lang="ko-KR" altLang="en-US" sz="6000" dirty="0" err="1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dw</a:t>
              </a:r>
              <a:r>
                <a:rPr lang="ko-KR" altLang="en-US" sz="6000" dirty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")</a:t>
              </a:r>
            </a:p>
          </p:txBody>
        </p:sp>
        <p:sp>
          <p:nvSpPr>
            <p:cNvPr id="3" name="직사각형 2"/>
            <p:cNvSpPr/>
            <p:nvPr/>
          </p:nvSpPr>
          <p:spPr>
            <a:xfrm>
              <a:off x="2728685" y="2169940"/>
              <a:ext cx="4680000" cy="72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7751413" y="2169709"/>
              <a:ext cx="2160000" cy="72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직사각형 3"/>
            <p:cNvSpPr/>
            <p:nvPr/>
          </p:nvSpPr>
          <p:spPr>
            <a:xfrm>
              <a:off x="3454404" y="2749147"/>
              <a:ext cx="2700000" cy="7200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Servlet </a:t>
              </a:r>
              <a:r>
                <a:rPr lang="ko-KR" altLang="en-US" sz="32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매핑</a:t>
              </a:r>
              <a:endParaRPr lang="ko-KR" altLang="en-US" sz="32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직사각형 19"/>
            <p:cNvSpPr/>
            <p:nvPr/>
          </p:nvSpPr>
          <p:spPr>
            <a:xfrm>
              <a:off x="6709208" y="2749147"/>
              <a:ext cx="2700000" cy="7200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2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URL </a:t>
              </a:r>
              <a:r>
                <a:rPr lang="ko-KR" altLang="en-US" sz="32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패턴</a:t>
              </a:r>
              <a:endParaRPr lang="ko-KR" altLang="en-US" sz="32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cxnSp>
          <p:nvCxnSpPr>
            <p:cNvPr id="7" name="직선 화살표 연결선 6"/>
            <p:cNvCxnSpPr>
              <a:stCxn id="4" idx="0"/>
              <a:endCxn id="3" idx="2"/>
            </p:cNvCxnSpPr>
            <p:nvPr/>
          </p:nvCxnSpPr>
          <p:spPr>
            <a:xfrm flipV="1">
              <a:off x="4804404" y="2241940"/>
              <a:ext cx="264281" cy="507207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화살표 연결선 24"/>
            <p:cNvCxnSpPr>
              <a:stCxn id="20" idx="0"/>
              <a:endCxn id="18" idx="2"/>
            </p:cNvCxnSpPr>
            <p:nvPr/>
          </p:nvCxnSpPr>
          <p:spPr>
            <a:xfrm flipV="1">
              <a:off x="8059208" y="2241709"/>
              <a:ext cx="772205" cy="507438"/>
            </a:xfrm>
            <a:prstGeom prst="straightConnector1">
              <a:avLst/>
            </a:prstGeom>
            <a:ln w="76200"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개체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55952625"/>
              </p:ext>
            </p:extLst>
          </p:nvPr>
        </p:nvGraphicFramePr>
        <p:xfrm>
          <a:off x="2573338" y="719138"/>
          <a:ext cx="7043737" cy="54181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5" name="워크시트" r:id="rId3" imgW="22637898" imgH="17411877" progId="Excel.Sheet.12">
                  <p:embed/>
                </p:oleObj>
              </mc:Choice>
              <mc:Fallback>
                <p:oleObj name="워크시트" r:id="rId3" imgW="22637898" imgH="1741187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73338" y="719138"/>
                        <a:ext cx="7043737" cy="54181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57989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그룹 81"/>
          <p:cNvGrpSpPr/>
          <p:nvPr/>
        </p:nvGrpSpPr>
        <p:grpSpPr>
          <a:xfrm>
            <a:off x="1447800" y="1473200"/>
            <a:ext cx="8721500" cy="2160000"/>
            <a:chOff x="1447800" y="1473200"/>
            <a:chExt cx="8721500" cy="2160000"/>
          </a:xfrm>
        </p:grpSpPr>
        <p:sp>
          <p:nvSpPr>
            <p:cNvPr id="69" name="직사각형 68"/>
            <p:cNvSpPr/>
            <p:nvPr/>
          </p:nvSpPr>
          <p:spPr>
            <a:xfrm>
              <a:off x="4368550" y="1473200"/>
              <a:ext cx="3600000" cy="2160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 </a:t>
              </a:r>
              <a:r>
                <a:rPr lang="en-US" altLang="ko-KR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r>
                <a:rPr lang="ko-KR" altLang="en-US" sz="28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개</a:t>
              </a:r>
              <a:endParaRPr lang="ko-KR" altLang="en-US" sz="28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0" name="모서리가 둥근 직사각형 69"/>
            <p:cNvSpPr/>
            <p:nvPr/>
          </p:nvSpPr>
          <p:spPr>
            <a:xfrm>
              <a:off x="1447800" y="2193200"/>
              <a:ext cx="216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Singleton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1" name="모서리가 둥근 직사각형 70"/>
            <p:cNvSpPr/>
            <p:nvPr/>
          </p:nvSpPr>
          <p:spPr>
            <a:xfrm>
              <a:off x="8729300" y="1663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1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2" name="모서리가 둥근 직사각형 71"/>
            <p:cNvSpPr/>
            <p:nvPr/>
          </p:nvSpPr>
          <p:spPr>
            <a:xfrm>
              <a:off x="8729300" y="2722700"/>
              <a:ext cx="1440000" cy="72000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Object 2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79" name="오른쪽 화살표 78"/>
            <p:cNvSpPr/>
            <p:nvPr/>
          </p:nvSpPr>
          <p:spPr>
            <a:xfrm>
              <a:off x="3700175" y="23373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오른쪽 화살표 79"/>
            <p:cNvSpPr/>
            <p:nvPr/>
          </p:nvSpPr>
          <p:spPr>
            <a:xfrm flipH="1">
              <a:off x="8060925" y="1807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1" name="오른쪽 화살표 80"/>
            <p:cNvSpPr/>
            <p:nvPr/>
          </p:nvSpPr>
          <p:spPr>
            <a:xfrm flipH="1">
              <a:off x="8060925" y="2866800"/>
              <a:ext cx="576000" cy="4318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679211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/>
          <p:cNvGrpSpPr/>
          <p:nvPr/>
        </p:nvGrpSpPr>
        <p:grpSpPr>
          <a:xfrm>
            <a:off x="-38912" y="-243270"/>
            <a:ext cx="10790912" cy="4526219"/>
            <a:chOff x="-38912" y="-243270"/>
            <a:chExt cx="10790912" cy="4526219"/>
          </a:xfrm>
        </p:grpSpPr>
        <p:sp>
          <p:nvSpPr>
            <p:cNvPr id="19" name="모서리가 둥근 직사각형 18"/>
            <p:cNvSpPr/>
            <p:nvPr/>
          </p:nvSpPr>
          <p:spPr>
            <a:xfrm>
              <a:off x="3916544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Controller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0" name="모서리가 둥근 직사각형 19"/>
            <p:cNvSpPr/>
            <p:nvPr/>
          </p:nvSpPr>
          <p:spPr>
            <a:xfrm>
              <a:off x="7872000" y="0"/>
              <a:ext cx="2880000" cy="360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1" name="모서리가 둥근 직사각형 20"/>
            <p:cNvSpPr/>
            <p:nvPr/>
          </p:nvSpPr>
          <p:spPr>
            <a:xfrm>
              <a:off x="-38912" y="360000"/>
              <a:ext cx="2880000" cy="1440000"/>
            </a:xfrm>
            <a:prstGeom prst="roundRect">
              <a:avLst>
                <a:gd name="adj" fmla="val 721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err="1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MainClass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2" name="모서리가 둥근 직사각형 21"/>
            <p:cNvSpPr/>
            <p:nvPr/>
          </p:nvSpPr>
          <p:spPr>
            <a:xfrm>
              <a:off x="4276544" y="193220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4276544" y="2746886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</a:t>
              </a:r>
            </a:p>
          </p:txBody>
        </p:sp>
        <p:sp>
          <p:nvSpPr>
            <p:cNvPr id="28" name="모서리가 둥근 직사각형 27"/>
            <p:cNvSpPr/>
            <p:nvPr/>
          </p:nvSpPr>
          <p:spPr>
            <a:xfrm>
              <a:off x="4276544" y="3562949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New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3" name="모서리가 둥근 직사각형 2"/>
            <p:cNvSpPr/>
            <p:nvPr/>
          </p:nvSpPr>
          <p:spPr>
            <a:xfrm>
              <a:off x="8232000" y="-243270"/>
              <a:ext cx="2160000" cy="720000"/>
            </a:xfrm>
            <a:prstGeom prst="roundRect">
              <a:avLst>
                <a:gd name="adj" fmla="val 12500"/>
              </a:avLst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600" dirty="0" smtClean="0">
                  <a:solidFill>
                    <a:schemeClr val="bg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Service</a:t>
              </a:r>
              <a:endParaRPr lang="ko-KR" altLang="en-US" sz="36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4" name="오른쪽 화살표 3"/>
            <p:cNvSpPr/>
            <p:nvPr/>
          </p:nvSpPr>
          <p:spPr>
            <a:xfrm>
              <a:off x="6884272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오른쪽 화살표 28"/>
            <p:cNvSpPr/>
            <p:nvPr/>
          </p:nvSpPr>
          <p:spPr>
            <a:xfrm>
              <a:off x="2928816" y="630000"/>
              <a:ext cx="900000" cy="900000"/>
            </a:xfrm>
            <a:prstGeom prst="rightArrow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모서리가 둥근 직사각형 11"/>
            <p:cNvSpPr/>
            <p:nvPr/>
          </p:nvSpPr>
          <p:spPr>
            <a:xfrm>
              <a:off x="8232000" y="81000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 </a:t>
              </a:r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ko-KR" altLang="en-US" sz="24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3" name="모서리가 둥근 직사각형 12"/>
            <p:cNvSpPr/>
            <p:nvPr/>
          </p:nvSpPr>
          <p:spPr>
            <a:xfrm>
              <a:off x="8232000" y="1624677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  <a:endParaRPr lang="en-US" altLang="ko-KR" sz="24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4" name="모서리가 둥근 직사각형 13"/>
            <p:cNvSpPr/>
            <p:nvPr/>
          </p:nvSpPr>
          <p:spPr>
            <a:xfrm>
              <a:off x="8232000" y="2440740"/>
              <a:ext cx="2160000" cy="720000"/>
            </a:xfrm>
            <a:prstGeom prst="roundRect">
              <a:avLst>
                <a:gd name="adj" fmla="val 7210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부품 </a:t>
              </a:r>
              <a:r>
                <a:rPr lang="en-US" altLang="ko-KR" sz="24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 </a:t>
              </a:r>
              <a:r>
                <a:rPr lang="ko-KR" altLang="en-US" sz="24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객체</a:t>
              </a:r>
            </a:p>
          </p:txBody>
        </p:sp>
        <p:cxnSp>
          <p:nvCxnSpPr>
            <p:cNvPr id="5" name="꺾인 연결선 4"/>
            <p:cNvCxnSpPr>
              <a:stCxn id="22" idx="3"/>
              <a:endCxn id="12" idx="1"/>
            </p:cNvCxnSpPr>
            <p:nvPr/>
          </p:nvCxnSpPr>
          <p:spPr>
            <a:xfrm flipV="1">
              <a:off x="6436544" y="1170000"/>
              <a:ext cx="1795456" cy="1122209"/>
            </a:xfrm>
            <a:prstGeom prst="bentConnector3">
              <a:avLst>
                <a:gd name="adj1" fmla="val 38081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꺾인 연결선 17"/>
            <p:cNvCxnSpPr>
              <a:stCxn id="26" idx="3"/>
              <a:endCxn id="13" idx="1"/>
            </p:cNvCxnSpPr>
            <p:nvPr/>
          </p:nvCxnSpPr>
          <p:spPr>
            <a:xfrm flipV="1">
              <a:off x="6436544" y="1984677"/>
              <a:ext cx="1795456" cy="1122209"/>
            </a:xfrm>
            <a:prstGeom prst="bentConnector3">
              <a:avLst/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꺾인 연결선 22"/>
            <p:cNvCxnSpPr>
              <a:stCxn id="28" idx="3"/>
              <a:endCxn id="14" idx="1"/>
            </p:cNvCxnSpPr>
            <p:nvPr/>
          </p:nvCxnSpPr>
          <p:spPr>
            <a:xfrm flipV="1">
              <a:off x="6436544" y="2800740"/>
              <a:ext cx="1795456" cy="1122209"/>
            </a:xfrm>
            <a:prstGeom prst="bentConnector3">
              <a:avLst>
                <a:gd name="adj1" fmla="val 61919"/>
              </a:avLst>
            </a:prstGeom>
            <a:ln w="762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607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1926</TotalTime>
  <Words>165</Words>
  <Application>Microsoft Office PowerPoint</Application>
  <PresentationFormat>와이드스크린</PresentationFormat>
  <Paragraphs>90</Paragraphs>
  <Slides>6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나눔스퀘어 Bold</vt:lpstr>
      <vt:lpstr>맑은 고딕</vt:lpstr>
      <vt:lpstr>Arial</vt:lpstr>
      <vt:lpstr>Office 테마</vt:lpstr>
      <vt:lpstr>워크시트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120</cp:revision>
  <dcterms:created xsi:type="dcterms:W3CDTF">2026-08-04T06:26:42Z</dcterms:created>
  <dcterms:modified xsi:type="dcterms:W3CDTF">2026-08-21T08:15:58Z</dcterms:modified>
</cp:coreProperties>
</file>